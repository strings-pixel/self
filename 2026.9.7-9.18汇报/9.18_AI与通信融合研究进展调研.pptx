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sldIdLst>
    <p:sldId id="297" r:id="rId4"/>
    <p:sldId id="287" r:id="rId6"/>
    <p:sldId id="289" r:id="rId7"/>
    <p:sldId id="300" r:id="rId8"/>
    <p:sldId id="292" r:id="rId9"/>
    <p:sldId id="331" r:id="rId10"/>
    <p:sldId id="332" r:id="rId11"/>
    <p:sldId id="333" r:id="rId12"/>
    <p:sldId id="334" r:id="rId13"/>
    <p:sldId id="335" r:id="rId14"/>
    <p:sldId id="336" r:id="rId15"/>
    <p:sldId id="337" r:id="rId16"/>
    <p:sldId id="291" r:id="rId17"/>
  </p:sldIdLst>
  <p:sldSz cx="12192000" cy="6858000"/>
  <p:notesSz cx="6858000" cy="9144000"/>
  <p:custDataLst>
    <p:tags r:id="rId2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89" userDrawn="1">
          <p15:clr>
            <a:srgbClr val="A4A3A4"/>
          </p15:clr>
        </p15:guide>
        <p15:guide id="2" pos="383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ngfuhai" initials="w" lastIdx="0" clrIdx="0"/>
  <p:cmAuthor id="2" name="Microsoft Office User" initials="MOU"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002776"/>
    <a:srgbClr val="DCEDF8"/>
    <a:srgbClr val="2D6BB3"/>
    <a:srgbClr val="EDF0F5"/>
    <a:srgbClr val="405A8F"/>
    <a:srgbClr val="72C7E7"/>
    <a:srgbClr val="003B8E"/>
    <a:srgbClr val="F8FBFF"/>
    <a:srgbClr val="F4F9FF"/>
    <a:srgbClr val="FFF7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089"/>
        <p:guide pos="3839"/>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2" Type="http://schemas.openxmlformats.org/officeDocument/2006/relationships/tags" Target="tags/tag5.xml"/><Relationship Id="rId21" Type="http://schemas.openxmlformats.org/officeDocument/2006/relationships/commentAuthors" Target="commentAuthors.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E17C6E9-B76F-4EEB-BC0B-74787FB92CC7}"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32" name=""/>
        <p:cNvGrpSpPr/>
        <p:nvPr/>
      </p:nvGrpSpPr>
      <p:grpSpPr>
        <a:xfrm>
          <a:off x="0" y="0"/>
          <a:ext cx="0" cy="0"/>
          <a:chOff x="0" y="0"/>
          <a:chExt cx="0" cy="0"/>
        </a:xfrm>
      </p:grpSpPr>
      <p:sp>
        <p:nvSpPr>
          <p:cNvPr id="33" name="幻灯片图像占位符 1"/>
          <p:cNvSpPr>
            <a:spLocks noGrp="1" noRot="1" noChangeAspect="1"/>
          </p:cNvSpPr>
          <p:nvPr>
            <p:ph type="sldImg" idx="2"/>
          </p:nvPr>
        </p:nvSpPr>
        <p:spPr/>
        <p:txBody>
          <a:bodyPr/>
          <a:p/>
        </p:txBody>
      </p:sp>
      <p:sp>
        <p:nvSpPr>
          <p:cNvPr id="34"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32" name=""/>
        <p:cNvGrpSpPr/>
        <p:nvPr/>
      </p:nvGrpSpPr>
      <p:grpSpPr>
        <a:xfrm>
          <a:off x="0" y="0"/>
          <a:ext cx="0" cy="0"/>
          <a:chOff x="0" y="0"/>
          <a:chExt cx="0" cy="0"/>
        </a:xfrm>
      </p:grpSpPr>
      <p:sp>
        <p:nvSpPr>
          <p:cNvPr id="33" name="幻灯片图像占位符 1"/>
          <p:cNvSpPr>
            <a:spLocks noGrp="1" noRot="1" noChangeAspect="1"/>
          </p:cNvSpPr>
          <p:nvPr>
            <p:ph type="sldImg" idx="2"/>
          </p:nvPr>
        </p:nvSpPr>
        <p:spPr/>
        <p:txBody>
          <a:bodyPr/>
          <a:p/>
        </p:txBody>
      </p:sp>
      <p:sp>
        <p:nvSpPr>
          <p:cNvPr id="34"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E17C6E9-B76F-4EEB-BC0B-74787FB92CC7}"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39" name="幻灯片图像占位符 1"/>
          <p:cNvSpPr>
            <a:spLocks noGrp="1"/>
          </p:cNvSpPr>
          <p:nvPr>
            <p:ph type="sldImg" idx="2"/>
          </p:nvPr>
        </p:nvSpPr>
        <p:spPr/>
        <p:txBody>
          <a:bodyPr/>
          <a:p/>
        </p:txBody>
      </p:sp>
      <p:sp>
        <p:nvSpPr>
          <p:cNvPr id="40" name="文本占位符 2"/>
          <p:cNvSpPr>
            <a:spLocks noGrp="1"/>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39" name="幻灯片图像占位符 1"/>
          <p:cNvSpPr>
            <a:spLocks noGrp="1"/>
          </p:cNvSpPr>
          <p:nvPr>
            <p:ph type="sldImg" idx="2"/>
          </p:nvPr>
        </p:nvSpPr>
        <p:spPr/>
        <p:txBody>
          <a:bodyPr/>
          <a:p/>
        </p:txBody>
      </p:sp>
      <p:sp>
        <p:nvSpPr>
          <p:cNvPr id="40" name="文本占位符 2"/>
          <p:cNvSpPr>
            <a:spLocks noGrp="1"/>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39" name="幻灯片图像占位符 1"/>
          <p:cNvSpPr>
            <a:spLocks noGrp="1"/>
          </p:cNvSpPr>
          <p:nvPr>
            <p:ph type="sldImg" idx="2"/>
          </p:nvPr>
        </p:nvSpPr>
        <p:spPr/>
        <p:txBody>
          <a:bodyPr/>
          <a:p/>
        </p:txBody>
      </p:sp>
      <p:sp>
        <p:nvSpPr>
          <p:cNvPr id="40" name="文本占位符 2"/>
          <p:cNvSpPr>
            <a:spLocks noGrp="1"/>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39" name="幻灯片图像占位符 1"/>
          <p:cNvSpPr>
            <a:spLocks noGrp="1"/>
          </p:cNvSpPr>
          <p:nvPr>
            <p:ph type="sldImg" idx="2"/>
          </p:nvPr>
        </p:nvSpPr>
        <p:spPr/>
        <p:txBody>
          <a:bodyPr/>
          <a:p/>
        </p:txBody>
      </p:sp>
      <p:sp>
        <p:nvSpPr>
          <p:cNvPr id="40" name="文本占位符 2"/>
          <p:cNvSpPr>
            <a:spLocks noGrp="1"/>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39" name="幻灯片图像占位符 1"/>
          <p:cNvSpPr>
            <a:spLocks noGrp="1"/>
          </p:cNvSpPr>
          <p:nvPr>
            <p:ph type="sldImg" idx="2"/>
          </p:nvPr>
        </p:nvSpPr>
        <p:spPr/>
        <p:txBody>
          <a:bodyPr/>
          <a:p/>
        </p:txBody>
      </p:sp>
      <p:sp>
        <p:nvSpPr>
          <p:cNvPr id="40" name="文本占位符 2"/>
          <p:cNvSpPr>
            <a:spLocks noGrp="1"/>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39" name="幻灯片图像占位符 1"/>
          <p:cNvSpPr>
            <a:spLocks noGrp="1"/>
          </p:cNvSpPr>
          <p:nvPr>
            <p:ph type="sldImg" idx="2"/>
          </p:nvPr>
        </p:nvSpPr>
        <p:spPr/>
        <p:txBody>
          <a:bodyPr/>
          <a:p/>
        </p:txBody>
      </p:sp>
      <p:sp>
        <p:nvSpPr>
          <p:cNvPr id="40" name="文本占位符 2"/>
          <p:cNvSpPr>
            <a:spLocks noGrp="1"/>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39" name="幻灯片图像占位符 1"/>
          <p:cNvSpPr>
            <a:spLocks noGrp="1"/>
          </p:cNvSpPr>
          <p:nvPr>
            <p:ph type="sldImg" idx="2"/>
          </p:nvPr>
        </p:nvSpPr>
        <p:spPr/>
        <p:txBody>
          <a:bodyPr/>
          <a:p/>
        </p:txBody>
      </p:sp>
      <p:sp>
        <p:nvSpPr>
          <p:cNvPr id="40" name="文本占位符 2"/>
          <p:cNvSpPr>
            <a:spLocks noGrp="1"/>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39" name="幻灯片图像占位符 1"/>
          <p:cNvSpPr>
            <a:spLocks noGrp="1"/>
          </p:cNvSpPr>
          <p:nvPr>
            <p:ph type="sldImg" idx="2"/>
          </p:nvPr>
        </p:nvSpPr>
        <p:spPr/>
        <p:txBody>
          <a:bodyPr/>
          <a:p/>
        </p:txBody>
      </p:sp>
      <p:sp>
        <p:nvSpPr>
          <p:cNvPr id="40" name="文本占位符 2"/>
          <p:cNvSpPr>
            <a:spLocks noGrp="1"/>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39" name="幻灯片图像占位符 1"/>
          <p:cNvSpPr>
            <a:spLocks noGrp="1"/>
          </p:cNvSpPr>
          <p:nvPr>
            <p:ph type="sldImg" idx="2"/>
          </p:nvPr>
        </p:nvSpPr>
        <p:spPr/>
        <p:txBody>
          <a:bodyPr/>
          <a:p/>
        </p:txBody>
      </p:sp>
      <p:sp>
        <p:nvSpPr>
          <p:cNvPr id="40"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image" Target="../media/image4.png"/><Relationship Id="rId4" Type="http://schemas.openxmlformats.org/officeDocument/2006/relationships/image" Target="../media/image3.emf"/><Relationship Id="rId3" Type="http://schemas.openxmlformats.org/officeDocument/2006/relationships/oleObject" Target="../embeddings/oleObject2.bin"/><Relationship Id="rId2" Type="http://schemas.openxmlformats.org/officeDocument/2006/relationships/tags" Target="../tags/tag2.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bg>
      <p:bgPr>
        <a:solidFill>
          <a:schemeClr val="bg1"/>
        </a:solidFill>
        <a:effectLst/>
      </p:bgPr>
    </p:bg>
    <p:spTree>
      <p:nvGrpSpPr>
        <p:cNvPr id="1" name=""/>
        <p:cNvGrpSpPr/>
        <p:nvPr/>
      </p:nvGrpSpPr>
      <p:grpSpPr>
        <a:xfrm>
          <a:off x="0" y="0"/>
          <a:ext cx="0" cy="0"/>
          <a:chOff x="0" y="0"/>
          <a:chExt cx="0" cy="0"/>
        </a:xfrm>
      </p:grpSpPr>
      <p:sp>
        <p:nvSpPr>
          <p:cNvPr id="22" name="矩形 21"/>
          <p:cNvSpPr/>
          <p:nvPr userDrawn="1"/>
        </p:nvSpPr>
        <p:spPr>
          <a:xfrm>
            <a:off x="191344" y="737562"/>
            <a:ext cx="11809312" cy="5067699"/>
          </a:xfrm>
          <a:prstGeom prst="rect">
            <a:avLst/>
          </a:prstGeom>
          <a:solidFill>
            <a:srgbClr val="005BA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74" name="文本占位符 73"/>
          <p:cNvSpPr>
            <a:spLocks noGrp="1"/>
          </p:cNvSpPr>
          <p:nvPr>
            <p:ph type="body" sz="quarter" idx="11" hasCustomPrompt="1"/>
          </p:nvPr>
        </p:nvSpPr>
        <p:spPr>
          <a:xfrm>
            <a:off x="4583773" y="4851298"/>
            <a:ext cx="3024188" cy="358941"/>
          </a:xfrm>
        </p:spPr>
        <p:txBody>
          <a:bodyPr anchor="ctr" anchorCtr="0"/>
          <a:lstStyle>
            <a:lvl1pPr algn="ctr">
              <a:defRPr sz="1800" b="1" i="0">
                <a:solidFill>
                  <a:schemeClr val="bg1"/>
                </a:solidFill>
                <a:latin typeface="微软雅黑 Light" panose="020B0502040204020203" pitchFamily="34" charset="-122"/>
                <a:ea typeface="微软雅黑 Light" panose="020B0502040204020203" pitchFamily="34" charset="-122"/>
              </a:defRPr>
            </a:lvl1pPr>
            <a:lvl2pPr>
              <a:defRPr b="0" i="0">
                <a:solidFill>
                  <a:schemeClr val="bg1"/>
                </a:solidFill>
                <a:latin typeface="等线" panose="02010600030101010101" pitchFamily="2" charset="-122"/>
                <a:ea typeface="等线" panose="02010600030101010101" pitchFamily="2" charset="-122"/>
              </a:defRPr>
            </a:lvl2pPr>
            <a:lvl3pPr>
              <a:defRPr b="0" i="0">
                <a:solidFill>
                  <a:schemeClr val="bg1"/>
                </a:solidFill>
                <a:latin typeface="等线" panose="02010600030101010101" pitchFamily="2" charset="-122"/>
                <a:ea typeface="等线" panose="02010600030101010101" pitchFamily="2" charset="-122"/>
              </a:defRPr>
            </a:lvl3pPr>
            <a:lvl4pPr>
              <a:defRPr b="0" i="0">
                <a:solidFill>
                  <a:schemeClr val="bg1"/>
                </a:solidFill>
                <a:latin typeface="等线" panose="02010600030101010101" pitchFamily="2" charset="-122"/>
                <a:ea typeface="等线" panose="02010600030101010101" pitchFamily="2" charset="-122"/>
              </a:defRPr>
            </a:lvl4pPr>
            <a:lvl5pPr>
              <a:defRPr b="0" i="0">
                <a:solidFill>
                  <a:schemeClr val="bg1"/>
                </a:solidFill>
                <a:latin typeface="等线" panose="02010600030101010101" pitchFamily="2" charset="-122"/>
                <a:ea typeface="等线" panose="02010600030101010101" pitchFamily="2" charset="-122"/>
              </a:defRPr>
            </a:lvl5pPr>
          </a:lstStyle>
          <a:p>
            <a:pPr lvl="0"/>
            <a:r>
              <a:rPr kumimoji="1" lang="zh-CN" altLang="en-US" dirty="0"/>
              <a:t>单击此处编辑</a:t>
            </a:r>
            <a:endParaRPr kumimoji="1" lang="zh-CN" altLang="en-US" dirty="0"/>
          </a:p>
        </p:txBody>
      </p:sp>
      <p:sp>
        <p:nvSpPr>
          <p:cNvPr id="76" name="标题 75"/>
          <p:cNvSpPr>
            <a:spLocks noGrp="1"/>
          </p:cNvSpPr>
          <p:nvPr>
            <p:ph type="title" hasCustomPrompt="1"/>
          </p:nvPr>
        </p:nvSpPr>
        <p:spPr>
          <a:xfrm>
            <a:off x="1523867" y="2087714"/>
            <a:ext cx="9144000" cy="677108"/>
          </a:xfrm>
        </p:spPr>
        <p:txBody>
          <a:bodyPr/>
          <a:lstStyle>
            <a:lvl1pPr algn="ctr">
              <a:defRPr sz="4400" b="1">
                <a:solidFill>
                  <a:schemeClr val="bg1"/>
                </a:solidFill>
                <a:latin typeface="微软雅黑 Light" panose="020B0502040204020203" pitchFamily="34" charset="-122"/>
                <a:ea typeface="微软雅黑 Light" panose="020B0502040204020203" pitchFamily="34" charset="-122"/>
              </a:defRPr>
            </a:lvl1pPr>
          </a:lstStyle>
          <a:p>
            <a:r>
              <a:rPr kumimoji="1" lang="zh-CN" altLang="en-US" dirty="0"/>
              <a:t>编辑标题样式</a:t>
            </a:r>
            <a:endParaRPr kumimoji="1" lang="zh-CN" altLang="en-US" dirty="0"/>
          </a:p>
        </p:txBody>
      </p:sp>
      <p:sp>
        <p:nvSpPr>
          <p:cNvPr id="79" name="文本占位符 78"/>
          <p:cNvSpPr>
            <a:spLocks noGrp="1"/>
          </p:cNvSpPr>
          <p:nvPr>
            <p:ph type="body" sz="quarter" idx="12" hasCustomPrompt="1"/>
          </p:nvPr>
        </p:nvSpPr>
        <p:spPr>
          <a:xfrm>
            <a:off x="3431248" y="4266698"/>
            <a:ext cx="5329238" cy="440681"/>
          </a:xfrm>
        </p:spPr>
        <p:txBody>
          <a:bodyPr anchor="ctr"/>
          <a:lstStyle>
            <a:lvl1pPr algn="ctr">
              <a:defRPr sz="2000" b="1" i="0">
                <a:solidFill>
                  <a:schemeClr val="bg1"/>
                </a:solidFill>
                <a:latin typeface="微软雅黑 Light" panose="020B0502040204020203" pitchFamily="34" charset="-122"/>
                <a:ea typeface="微软雅黑 Light" panose="020B0502040204020203" pitchFamily="34" charset="-122"/>
              </a:defRPr>
            </a:lvl1pPr>
          </a:lstStyle>
          <a:p>
            <a:pPr lvl="0"/>
            <a:r>
              <a:rPr kumimoji="1" lang="zh-CN" altLang="en-US" dirty="0"/>
              <a:t>电子信息与通信学院</a:t>
            </a:r>
            <a:endParaRPr kumimoji="1" lang="zh-CN" altLang="en-US" dirty="0"/>
          </a:p>
        </p:txBody>
      </p:sp>
      <p:sp>
        <p:nvSpPr>
          <p:cNvPr id="14" name="矩形 13"/>
          <p:cNvSpPr/>
          <p:nvPr userDrawn="1"/>
        </p:nvSpPr>
        <p:spPr>
          <a:xfrm>
            <a:off x="383647"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5" name="矩形 14"/>
          <p:cNvSpPr/>
          <p:nvPr userDrawn="1"/>
        </p:nvSpPr>
        <p:spPr>
          <a:xfrm flipH="1">
            <a:off x="11664353"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6" name="矩形 15"/>
          <p:cNvSpPr/>
          <p:nvPr userDrawn="1"/>
        </p:nvSpPr>
        <p:spPr>
          <a:xfrm>
            <a:off x="191344"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7" name="矩形 16"/>
          <p:cNvSpPr/>
          <p:nvPr userDrawn="1"/>
        </p:nvSpPr>
        <p:spPr>
          <a:xfrm flipH="1">
            <a:off x="11712656"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cxnSp>
        <p:nvCxnSpPr>
          <p:cNvPr id="18" name="直接连接符 23"/>
          <p:cNvCxnSpPr>
            <a:stCxn id="14" idx="2"/>
            <a:endCxn id="15" idx="2"/>
          </p:cNvCxnSpPr>
          <p:nvPr userDrawn="1"/>
        </p:nvCxnSpPr>
        <p:spPr>
          <a:xfrm>
            <a:off x="455647" y="652498"/>
            <a:ext cx="11280706" cy="0"/>
          </a:xfrm>
          <a:prstGeom prst="line">
            <a:avLst/>
          </a:prstGeom>
          <a:noFill/>
          <a:ln w="6350" cap="flat" cmpd="sng" algn="ctr">
            <a:solidFill>
              <a:srgbClr val="005BAD"/>
            </a:solidFill>
            <a:prstDash val="solid"/>
            <a:miter lim="800000"/>
          </a:ln>
          <a:effectLst/>
        </p:spPr>
      </p:cxnSp>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494193" y="5877272"/>
            <a:ext cx="1203613" cy="914400"/>
          </a:xfrm>
          <a:prstGeom prst="rect">
            <a:avLst/>
          </a:prstGeom>
        </p:spPr>
      </p:pic>
      <p:sp>
        <p:nvSpPr>
          <p:cNvPr id="21" name="页脚占位符 136"/>
          <p:cNvSpPr txBox="1"/>
          <p:nvPr userDrawn="1"/>
        </p:nvSpPr>
        <p:spPr>
          <a:xfrm>
            <a:off x="3287688" y="284390"/>
            <a:ext cx="5616624" cy="364987"/>
          </a:xfrm>
          <a:prstGeom prst="rect">
            <a:avLst/>
          </a:prstGeom>
        </p:spPr>
        <p:txBody>
          <a:bodyPr vert="horz" lIns="91440" tIns="45720" rIns="91440" bIns="45720" rtlCol="0" anchor="ctr"/>
          <a:lstStyle>
            <a:defPPr>
              <a:defRPr lang="zh-CN"/>
            </a:defPPr>
            <a:lvl1pPr marL="0" algn="dist"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kern="1200" dirty="0">
                <a:solidFill>
                  <a:srgbClr val="005BAC"/>
                </a:solidFill>
                <a:latin typeface="微软雅黑" panose="020B0503020204020204" charset="-122"/>
                <a:ea typeface="微软雅黑" panose="020B0503020204020204" charset="-122"/>
                <a:cs typeface="+mn-cs"/>
              </a:rPr>
              <a:t>明德厚学 求是创新</a:t>
            </a:r>
            <a:endParaRPr lang="zh-CN" altLang="en-US" sz="1400" kern="1200" dirty="0">
              <a:solidFill>
                <a:srgbClr val="005BAC"/>
              </a:solidFill>
              <a:latin typeface="微软雅黑" panose="020B0503020204020204" charset="-122"/>
              <a:ea typeface="微软雅黑" panose="020B0503020204020204" charset="-122"/>
              <a:cs typeface="+mn-cs"/>
            </a:endParaRPr>
          </a:p>
        </p:txBody>
      </p:sp>
      <p:sp>
        <p:nvSpPr>
          <p:cNvPr id="25" name="文本占位符 78"/>
          <p:cNvSpPr>
            <a:spLocks noGrp="1"/>
          </p:cNvSpPr>
          <p:nvPr>
            <p:ph type="body" sz="quarter" idx="13" hasCustomPrompt="1"/>
          </p:nvPr>
        </p:nvSpPr>
        <p:spPr>
          <a:xfrm>
            <a:off x="2351451" y="2944162"/>
            <a:ext cx="7488832" cy="440681"/>
          </a:xfrm>
        </p:spPr>
        <p:txBody>
          <a:bodyPr anchor="ctr"/>
          <a:lstStyle>
            <a:lvl1pPr algn="ctr">
              <a:defRPr sz="2400" b="1" i="0">
                <a:solidFill>
                  <a:schemeClr val="bg1"/>
                </a:solidFill>
                <a:latin typeface="微软雅黑 Light" panose="020B0502040204020203" pitchFamily="34" charset="-122"/>
                <a:ea typeface="微软雅黑 Light" panose="020B0502040204020203" pitchFamily="34" charset="-122"/>
              </a:defRPr>
            </a:lvl1pPr>
          </a:lstStyle>
          <a:p>
            <a:pPr lvl="0"/>
            <a:r>
              <a:rPr kumimoji="1" lang="zh-CN" altLang="en-US" dirty="0"/>
              <a:t>编辑副标题</a:t>
            </a:r>
            <a:endParaRPr kumimoji="1" lang="zh-CN" altLang="en-US" dirty="0"/>
          </a:p>
        </p:txBody>
      </p:sp>
      <p:sp>
        <p:nvSpPr>
          <p:cNvPr id="26" name="文本占位符 78"/>
          <p:cNvSpPr>
            <a:spLocks noGrp="1"/>
          </p:cNvSpPr>
          <p:nvPr>
            <p:ph type="body" sz="quarter" idx="14" hasCustomPrompt="1"/>
          </p:nvPr>
        </p:nvSpPr>
        <p:spPr>
          <a:xfrm>
            <a:off x="3431248" y="3732590"/>
            <a:ext cx="5329238" cy="440681"/>
          </a:xfrm>
        </p:spPr>
        <p:txBody>
          <a:bodyPr anchor="ctr"/>
          <a:lstStyle>
            <a:lvl1pPr algn="ctr">
              <a:defRPr sz="2400" b="1" i="0">
                <a:solidFill>
                  <a:schemeClr val="bg1"/>
                </a:solidFill>
                <a:latin typeface="微软雅黑 Light" panose="020B0502040204020203" pitchFamily="34" charset="-122"/>
                <a:ea typeface="微软雅黑 Light" panose="020B0502040204020203" pitchFamily="34" charset="-122"/>
              </a:defRPr>
            </a:lvl1pPr>
          </a:lstStyle>
          <a:p>
            <a:pPr lvl="0"/>
            <a:r>
              <a:rPr kumimoji="1" lang="en-US" altLang="zh-CN" dirty="0"/>
              <a:t>xxx</a:t>
            </a:r>
            <a:endParaRPr kumimoji="1"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页2">
    <p:spTree>
      <p:nvGrpSpPr>
        <p:cNvPr id="1" name=""/>
        <p:cNvGrpSpPr/>
        <p:nvPr/>
      </p:nvGrpSpPr>
      <p:grpSpPr>
        <a:xfrm>
          <a:off x="0" y="0"/>
          <a:ext cx="0" cy="0"/>
          <a:chOff x="0" y="0"/>
          <a:chExt cx="0" cy="0"/>
        </a:xfrm>
      </p:grpSpPr>
      <p:sp>
        <p:nvSpPr>
          <p:cNvPr id="7" name="矩形 6"/>
          <p:cNvSpPr/>
          <p:nvPr userDrawn="1"/>
        </p:nvSpPr>
        <p:spPr>
          <a:xfrm>
            <a:off x="383647"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8" name="矩形 7"/>
          <p:cNvSpPr/>
          <p:nvPr userDrawn="1"/>
        </p:nvSpPr>
        <p:spPr>
          <a:xfrm flipH="1">
            <a:off x="11664353"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9" name="矩形 8"/>
          <p:cNvSpPr/>
          <p:nvPr userDrawn="1"/>
        </p:nvSpPr>
        <p:spPr>
          <a:xfrm>
            <a:off x="191344"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0" name="矩形 9"/>
          <p:cNvSpPr/>
          <p:nvPr userDrawn="1"/>
        </p:nvSpPr>
        <p:spPr>
          <a:xfrm flipH="1">
            <a:off x="11712656"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cxnSp>
        <p:nvCxnSpPr>
          <p:cNvPr id="11" name="直接连接符 23"/>
          <p:cNvCxnSpPr>
            <a:stCxn id="7" idx="2"/>
            <a:endCxn id="8" idx="2"/>
          </p:cNvCxnSpPr>
          <p:nvPr userDrawn="1"/>
        </p:nvCxnSpPr>
        <p:spPr>
          <a:xfrm>
            <a:off x="455647" y="652498"/>
            <a:ext cx="11280706" cy="0"/>
          </a:xfrm>
          <a:prstGeom prst="line">
            <a:avLst/>
          </a:prstGeom>
          <a:noFill/>
          <a:ln w="6350" cap="flat" cmpd="sng" algn="ctr">
            <a:solidFill>
              <a:srgbClr val="005BAD"/>
            </a:solidFill>
            <a:prstDash val="solid"/>
            <a:miter lim="800000"/>
          </a:ln>
          <a:effectLst/>
        </p:spPr>
      </p:cxn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170125" y="4941168"/>
            <a:ext cx="1851750" cy="1409075"/>
          </a:xfrm>
          <a:prstGeom prst="rect">
            <a:avLst/>
          </a:prstGeom>
        </p:spPr>
      </p:pic>
      <p:sp>
        <p:nvSpPr>
          <p:cNvPr id="13" name="页脚占位符 136"/>
          <p:cNvSpPr txBox="1"/>
          <p:nvPr userDrawn="1"/>
        </p:nvSpPr>
        <p:spPr>
          <a:xfrm>
            <a:off x="3287688" y="284390"/>
            <a:ext cx="5616624" cy="364987"/>
          </a:xfrm>
          <a:prstGeom prst="rect">
            <a:avLst/>
          </a:prstGeom>
        </p:spPr>
        <p:txBody>
          <a:bodyPr vert="horz" lIns="91440" tIns="45720" rIns="91440" bIns="45720" rtlCol="0" anchor="ctr"/>
          <a:lstStyle>
            <a:defPPr>
              <a:defRPr lang="zh-CN"/>
            </a:defPPr>
            <a:lvl1pPr marL="0" algn="dist"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kern="1200" dirty="0">
                <a:solidFill>
                  <a:srgbClr val="005BAC"/>
                </a:solidFill>
                <a:latin typeface="微软雅黑" panose="020B0503020204020204" charset="-122"/>
                <a:ea typeface="微软雅黑" panose="020B0503020204020204" charset="-122"/>
                <a:cs typeface="+mn-cs"/>
              </a:rPr>
              <a:t>明德厚学 求是创新</a:t>
            </a:r>
            <a:endParaRPr lang="zh-CN" altLang="en-US" sz="1400" kern="1200" dirty="0">
              <a:solidFill>
                <a:srgbClr val="005BAC"/>
              </a:solidFill>
              <a:latin typeface="微软雅黑" panose="020B0503020204020204" charset="-122"/>
              <a:ea typeface="微软雅黑" panose="020B0503020204020204" charset="-122"/>
              <a:cs typeface="+mn-cs"/>
            </a:endParaRPr>
          </a:p>
        </p:txBody>
      </p:sp>
      <p:sp>
        <p:nvSpPr>
          <p:cNvPr id="16" name="矩形 15"/>
          <p:cNvSpPr/>
          <p:nvPr userDrawn="1"/>
        </p:nvSpPr>
        <p:spPr>
          <a:xfrm>
            <a:off x="191344" y="1556795"/>
            <a:ext cx="11809312" cy="2808310"/>
          </a:xfrm>
          <a:prstGeom prst="rect">
            <a:avLst/>
          </a:prstGeom>
          <a:solidFill>
            <a:srgbClr val="005BA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7" name="标题 75"/>
          <p:cNvSpPr>
            <a:spLocks noGrp="1"/>
          </p:cNvSpPr>
          <p:nvPr>
            <p:ph type="title" hasCustomPrompt="1"/>
          </p:nvPr>
        </p:nvSpPr>
        <p:spPr>
          <a:xfrm>
            <a:off x="1524000" y="2492895"/>
            <a:ext cx="9144000" cy="958227"/>
          </a:xfrm>
        </p:spPr>
        <p:txBody>
          <a:bodyPr/>
          <a:lstStyle>
            <a:lvl1pPr algn="ctr">
              <a:defRPr sz="4400" b="1">
                <a:solidFill>
                  <a:schemeClr val="bg1"/>
                </a:solidFill>
                <a:latin typeface="微软雅黑 Light" panose="020B0502040204020203" pitchFamily="34" charset="-122"/>
                <a:ea typeface="微软雅黑 Light" panose="020B0502040204020203" pitchFamily="34" charset="-122"/>
              </a:defRPr>
            </a:lvl1pPr>
          </a:lstStyle>
          <a:p>
            <a:r>
              <a:rPr kumimoji="1" lang="zh-CN" altLang="en-US" dirty="0"/>
              <a:t>编辑标题样式</a:t>
            </a:r>
            <a:endParaRPr kumimoji="1"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内页">
    <p:spTree>
      <p:nvGrpSpPr>
        <p:cNvPr id="1" name=""/>
        <p:cNvGrpSpPr/>
        <p:nvPr/>
      </p:nvGrpSpPr>
      <p:grpSpPr>
        <a:xfrm>
          <a:off x="0" y="0"/>
          <a:ext cx="0" cy="0"/>
          <a:chOff x="0" y="0"/>
          <a:chExt cx="0" cy="0"/>
        </a:xfrm>
      </p:grpSpPr>
      <p:cxnSp>
        <p:nvCxnSpPr>
          <p:cNvPr id="5" name="Straight Arrow Connector 4"/>
          <p:cNvCxnSpPr/>
          <p:nvPr/>
        </p:nvCxnSpPr>
        <p:spPr>
          <a:xfrm>
            <a:off x="-1145117" y="6303964"/>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a:off x="4720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11703051"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145117" y="12588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1145117" y="7635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58568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6335184"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13" name="TextBox 16"/>
          <p:cNvSpPr txBox="1">
            <a:spLocks noChangeArrowheads="1"/>
          </p:cNvSpPr>
          <p:nvPr/>
        </p:nvSpPr>
        <p:spPr bwMode="auto">
          <a:xfrm>
            <a:off x="-2423583" y="6581776"/>
            <a:ext cx="223943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900" dirty="0">
                <a:solidFill>
                  <a:srgbClr val="FFFFFF"/>
                </a:solidFill>
                <a:latin typeface="微软雅黑" panose="020B0503020204020204" charset="-122"/>
                <a:ea typeface="微软雅黑" panose="020B0503020204020204" charset="-122"/>
              </a:rPr>
              <a:t>White markers indicate position of  Drawing Guides</a:t>
            </a:r>
            <a:endParaRPr lang="en-US" sz="900" dirty="0">
              <a:solidFill>
                <a:srgbClr val="FFFFFF"/>
              </a:solidFill>
              <a:latin typeface="微软雅黑" panose="020B0503020204020204" charset="-122"/>
              <a:ea typeface="微软雅黑" panose="020B0503020204020204" charset="-122"/>
            </a:endParaRPr>
          </a:p>
        </p:txBody>
      </p:sp>
      <p:sp>
        <p:nvSpPr>
          <p:cNvPr id="14" name="TextBox 17"/>
          <p:cNvSpPr txBox="1">
            <a:spLocks noChangeArrowheads="1"/>
          </p:cNvSpPr>
          <p:nvPr/>
        </p:nvSpPr>
        <p:spPr bwMode="auto">
          <a:xfrm>
            <a:off x="-1255183" y="896938"/>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dirty="0">
                <a:solidFill>
                  <a:srgbClr val="FFFFFF"/>
                </a:solidFill>
                <a:latin typeface="微软雅黑" panose="020B0503020204020204" charset="-122"/>
                <a:ea typeface="微软雅黑" panose="020B0503020204020204" charset="-122"/>
              </a:rPr>
              <a:t>7.40 cm</a:t>
            </a:r>
            <a:endParaRPr lang="en-US" sz="700" dirty="0">
              <a:solidFill>
                <a:srgbClr val="FFFFFF"/>
              </a:solidFill>
              <a:latin typeface="微软雅黑" panose="020B0503020204020204" charset="-122"/>
              <a:ea typeface="微软雅黑" panose="020B0503020204020204" charset="-122"/>
            </a:endParaRPr>
          </a:p>
          <a:p>
            <a:pPr algn="r">
              <a:spcAft>
                <a:spcPts val="300"/>
              </a:spcAft>
            </a:pPr>
            <a:r>
              <a:rPr lang="en-US" sz="700" dirty="0">
                <a:solidFill>
                  <a:srgbClr val="FFFFFF"/>
                </a:solidFill>
                <a:latin typeface="微软雅黑" panose="020B0503020204020204" charset="-122"/>
                <a:ea typeface="微软雅黑" panose="020B0503020204020204" charset="-122"/>
              </a:rPr>
              <a:t>2.91 Inches</a:t>
            </a:r>
            <a:endParaRPr lang="en-US" sz="700" dirty="0">
              <a:solidFill>
                <a:srgbClr val="FFFFFF"/>
              </a:solidFill>
              <a:latin typeface="微软雅黑" panose="020B0503020204020204" charset="-122"/>
              <a:ea typeface="微软雅黑" panose="020B0503020204020204" charset="-122"/>
            </a:endParaRPr>
          </a:p>
        </p:txBody>
      </p:sp>
      <p:sp>
        <p:nvSpPr>
          <p:cNvPr id="15" name="TextBox 18"/>
          <p:cNvSpPr txBox="1">
            <a:spLocks noChangeArrowheads="1"/>
          </p:cNvSpPr>
          <p:nvPr/>
        </p:nvSpPr>
        <p:spPr bwMode="auto">
          <a:xfrm>
            <a:off x="-1255183" y="15049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latin typeface="微软雅黑" panose="020B0503020204020204" charset="-122"/>
                <a:ea typeface="微软雅黑" panose="020B0503020204020204" charset="-122"/>
              </a:rPr>
              <a:t>6.00 cm</a:t>
            </a:r>
            <a:endParaRPr lang="en-US" sz="700">
              <a:solidFill>
                <a:srgbClr val="FFFFFF"/>
              </a:solidFill>
              <a:latin typeface="微软雅黑" panose="020B0503020204020204" charset="-122"/>
              <a:ea typeface="微软雅黑" panose="020B0503020204020204" charset="-122"/>
            </a:endParaRPr>
          </a:p>
          <a:p>
            <a:pPr algn="r">
              <a:spcAft>
                <a:spcPts val="300"/>
              </a:spcAft>
            </a:pPr>
            <a:r>
              <a:rPr lang="en-US" sz="700">
                <a:solidFill>
                  <a:srgbClr val="FFFFFF"/>
                </a:solidFill>
                <a:latin typeface="微软雅黑" panose="020B0503020204020204" charset="-122"/>
                <a:ea typeface="微软雅黑" panose="020B0503020204020204" charset="-122"/>
              </a:rPr>
              <a:t>2.36 Inches</a:t>
            </a:r>
            <a:endParaRPr lang="en-US" sz="700">
              <a:solidFill>
                <a:srgbClr val="FFFFFF"/>
              </a:solidFill>
              <a:latin typeface="微软雅黑" panose="020B0503020204020204" charset="-122"/>
              <a:ea typeface="微软雅黑" panose="020B0503020204020204" charset="-122"/>
            </a:endParaRPr>
          </a:p>
        </p:txBody>
      </p:sp>
      <p:sp>
        <p:nvSpPr>
          <p:cNvPr id="16" name="TextBox 19"/>
          <p:cNvSpPr txBox="1">
            <a:spLocks noChangeArrowheads="1"/>
          </p:cNvSpPr>
          <p:nvPr/>
        </p:nvSpPr>
        <p:spPr bwMode="auto">
          <a:xfrm>
            <a:off x="-1255183" y="5921375"/>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latin typeface="微软雅黑" panose="020B0503020204020204" charset="-122"/>
                <a:ea typeface="微软雅黑" panose="020B0503020204020204" charset="-122"/>
              </a:rPr>
              <a:t>8.00 cm</a:t>
            </a:r>
            <a:endParaRPr lang="en-US" sz="700">
              <a:solidFill>
                <a:srgbClr val="FFFFFF"/>
              </a:solidFill>
              <a:latin typeface="微软雅黑" panose="020B0503020204020204" charset="-122"/>
              <a:ea typeface="微软雅黑" panose="020B0503020204020204" charset="-122"/>
            </a:endParaRPr>
          </a:p>
          <a:p>
            <a:pPr algn="r">
              <a:spcAft>
                <a:spcPts val="300"/>
              </a:spcAft>
            </a:pPr>
            <a:r>
              <a:rPr lang="en-US" sz="700">
                <a:solidFill>
                  <a:srgbClr val="FFFFFF"/>
                </a:solidFill>
                <a:latin typeface="微软雅黑" panose="020B0503020204020204" charset="-122"/>
                <a:ea typeface="微软雅黑" panose="020B0503020204020204" charset="-122"/>
              </a:rPr>
              <a:t>3.15 Inches</a:t>
            </a:r>
            <a:endParaRPr lang="en-US" sz="700">
              <a:solidFill>
                <a:srgbClr val="FFFFFF"/>
              </a:solidFill>
              <a:latin typeface="微软雅黑" panose="020B0503020204020204" charset="-122"/>
              <a:ea typeface="微软雅黑" panose="020B0503020204020204" charset="-122"/>
            </a:endParaRPr>
          </a:p>
        </p:txBody>
      </p:sp>
      <p:sp>
        <p:nvSpPr>
          <p:cNvPr id="17" name="TextBox 20"/>
          <p:cNvSpPr txBox="1">
            <a:spLocks noChangeArrowheads="1"/>
          </p:cNvSpPr>
          <p:nvPr/>
        </p:nvSpPr>
        <p:spPr bwMode="auto">
          <a:xfrm>
            <a:off x="4783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a:t>
            </a:r>
            <a:r>
              <a:rPr lang="en-US" sz="700">
                <a:solidFill>
                  <a:srgbClr val="FFFFFF"/>
                </a:solidFill>
                <a:latin typeface="微软雅黑" panose="020B0503020204020204" charset="-122"/>
                <a:ea typeface="微软雅黑" panose="020B0503020204020204" charset="-122"/>
              </a:rPr>
              <a:t>11.70 cm</a:t>
            </a:r>
            <a:endParaRPr lang="en-US" sz="700">
              <a:solidFill>
                <a:srgbClr val="FFFFFF"/>
              </a:solidFill>
              <a:latin typeface="微软雅黑" panose="020B0503020204020204" charset="-122"/>
              <a:ea typeface="微软雅黑" panose="020B0503020204020204" charset="-122"/>
            </a:endParaRPr>
          </a:p>
          <a:p>
            <a:pP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 4.61 inches</a:t>
            </a:r>
            <a:endParaRPr lang="en-US" sz="700">
              <a:solidFill>
                <a:srgbClr val="FFFFFF"/>
              </a:solidFill>
              <a:latin typeface="微软雅黑" panose="020B0503020204020204" charset="-122"/>
              <a:ea typeface="微软雅黑" panose="020B0503020204020204" charset="-122"/>
            </a:endParaRPr>
          </a:p>
        </p:txBody>
      </p:sp>
      <p:sp>
        <p:nvSpPr>
          <p:cNvPr id="18" name="TextBox 21"/>
          <p:cNvSpPr txBox="1">
            <a:spLocks noChangeArrowheads="1"/>
          </p:cNvSpPr>
          <p:nvPr/>
        </p:nvSpPr>
        <p:spPr bwMode="auto">
          <a:xfrm>
            <a:off x="47709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latin typeface="微软雅黑" panose="020B0503020204020204" charset="-122"/>
                <a:ea typeface="微软雅黑" panose="020B0503020204020204" charset="-122"/>
              </a:rPr>
              <a:t>0.50 cm </a:t>
            </a:r>
            <a:r>
              <a:rPr lang="en-US" sz="700">
                <a:solidFill>
                  <a:srgbClr val="FFFFFF"/>
                </a:solidFill>
                <a:latin typeface="微软雅黑" panose="020B0503020204020204" charset="-122"/>
                <a:ea typeface="微软雅黑" panose="020B0503020204020204" charset="-122"/>
                <a:sym typeface="Wingdings" panose="05000000000000000000" pitchFamily="2" charset="2"/>
              </a:rPr>
              <a:t></a:t>
            </a:r>
            <a:endParaRPr lang="en-US" sz="700">
              <a:solidFill>
                <a:srgbClr val="FFFFFF"/>
              </a:solidFill>
              <a:latin typeface="微软雅黑" panose="020B0503020204020204" charset="-122"/>
              <a:ea typeface="微软雅黑" panose="020B0503020204020204" charset="-122"/>
              <a:sym typeface="Wingdings" panose="05000000000000000000" pitchFamily="2" charset="2"/>
            </a:endParaRPr>
          </a:p>
          <a:p>
            <a:pPr algn="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0.2 inches </a:t>
            </a:r>
            <a:endParaRPr lang="en-US" sz="700">
              <a:solidFill>
                <a:srgbClr val="FFFFFF"/>
              </a:solidFill>
              <a:latin typeface="微软雅黑" panose="020B0503020204020204" charset="-122"/>
              <a:ea typeface="微软雅黑" panose="020B0503020204020204" charset="-122"/>
            </a:endParaRPr>
          </a:p>
        </p:txBody>
      </p:sp>
      <p:sp>
        <p:nvSpPr>
          <p:cNvPr id="19" name="TextBox 22"/>
          <p:cNvSpPr txBox="1">
            <a:spLocks noChangeArrowheads="1"/>
          </p:cNvSpPr>
          <p:nvPr/>
        </p:nvSpPr>
        <p:spPr bwMode="auto">
          <a:xfrm>
            <a:off x="6350001"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buFont typeface="Wingdings" panose="05000000000000000000" pitchFamily="2" charset="2"/>
              <a:buChar char="ß"/>
            </a:pPr>
            <a:r>
              <a:rPr lang="en-US" sz="700">
                <a:solidFill>
                  <a:srgbClr val="FFFFFF"/>
                </a:solidFill>
                <a:latin typeface="微软雅黑" panose="020B0503020204020204" charset="-122"/>
                <a:ea typeface="微软雅黑" panose="020B0503020204020204" charset="-122"/>
              </a:rPr>
              <a:t>0.50 cm</a:t>
            </a:r>
            <a:endParaRPr lang="en-US" sz="700">
              <a:solidFill>
                <a:srgbClr val="FFFFFF"/>
              </a:solidFill>
              <a:latin typeface="微软雅黑" panose="020B0503020204020204" charset="-122"/>
              <a:ea typeface="微软雅黑" panose="020B0503020204020204" charset="-122"/>
            </a:endParaRPr>
          </a:p>
          <a:p>
            <a:pP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 0.2 inches</a:t>
            </a:r>
            <a:endParaRPr lang="en-US" sz="700">
              <a:solidFill>
                <a:srgbClr val="FFFFFF"/>
              </a:solidFill>
              <a:latin typeface="微软雅黑" panose="020B0503020204020204" charset="-122"/>
              <a:ea typeface="微软雅黑" panose="020B0503020204020204" charset="-122"/>
            </a:endParaRPr>
          </a:p>
        </p:txBody>
      </p:sp>
      <p:sp>
        <p:nvSpPr>
          <p:cNvPr id="20" name="TextBox 23"/>
          <p:cNvSpPr txBox="1">
            <a:spLocks noChangeArrowheads="1"/>
          </p:cNvSpPr>
          <p:nvPr/>
        </p:nvSpPr>
        <p:spPr bwMode="auto">
          <a:xfrm>
            <a:off x="10627785"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latin typeface="微软雅黑" panose="020B0503020204020204" charset="-122"/>
                <a:ea typeface="微软雅黑" panose="020B0503020204020204" charset="-122"/>
              </a:rPr>
              <a:t>11.70 cm </a:t>
            </a:r>
            <a:r>
              <a:rPr lang="en-US" sz="700">
                <a:solidFill>
                  <a:srgbClr val="FFFFFF"/>
                </a:solidFill>
                <a:latin typeface="微软雅黑" panose="020B0503020204020204" charset="-122"/>
                <a:ea typeface="微软雅黑" panose="020B0503020204020204" charset="-122"/>
                <a:sym typeface="Wingdings" panose="05000000000000000000" pitchFamily="2" charset="2"/>
              </a:rPr>
              <a:t></a:t>
            </a:r>
            <a:endParaRPr lang="en-US" sz="700">
              <a:solidFill>
                <a:srgbClr val="FFFFFF"/>
              </a:solidFill>
              <a:latin typeface="微软雅黑" panose="020B0503020204020204" charset="-122"/>
              <a:ea typeface="微软雅黑" panose="020B0503020204020204" charset="-122"/>
            </a:endParaRPr>
          </a:p>
          <a:p>
            <a:pPr algn="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 4.61 inches </a:t>
            </a:r>
            <a:endParaRPr lang="en-US" sz="700">
              <a:solidFill>
                <a:srgbClr val="FFFFFF"/>
              </a:solidFill>
              <a:latin typeface="微软雅黑" panose="020B0503020204020204" charset="-122"/>
              <a:ea typeface="微软雅黑" panose="020B0503020204020204" charset="-122"/>
            </a:endParaRPr>
          </a:p>
        </p:txBody>
      </p:sp>
      <p:cxnSp>
        <p:nvCxnSpPr>
          <p:cNvPr id="21" name="Straight Arrow Connector 20"/>
          <p:cNvCxnSpPr/>
          <p:nvPr/>
        </p:nvCxnSpPr>
        <p:spPr>
          <a:xfrm rot="5400000" flipH="1" flipV="1">
            <a:off x="-296863" y="1308630"/>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rot="5400000" flipH="1" flipV="1">
            <a:off x="-296863" y="811743"/>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rot="5400000" flipH="1" flipV="1">
            <a:off x="-296863" y="6240993"/>
            <a:ext cx="92075" cy="2117"/>
          </a:xfrm>
          <a:prstGeom prst="straightConnector1">
            <a:avLst/>
          </a:prstGeom>
          <a:ln w="3175">
            <a:solidFill>
              <a:schemeClr val="bg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24" name="AutoShape 4"/>
          <p:cNvSpPr/>
          <p:nvPr/>
        </p:nvSpPr>
        <p:spPr bwMode="gray">
          <a:xfrm>
            <a:off x="-2055284" y="0"/>
            <a:ext cx="1871133" cy="692497"/>
          </a:xfrm>
          <a:prstGeom prst="rect">
            <a:avLst/>
          </a:prstGeom>
          <a:noFill/>
          <a:ln w="12700" algn="ctr">
            <a:noFill/>
            <a:miter lim="800000"/>
          </a:ln>
          <a:effectLst/>
        </p:spPr>
        <p:txBody>
          <a:bodyPr lIns="0" tIns="0" rIns="0" bIns="0">
            <a:spAutoFit/>
          </a:bodyPr>
          <a:lstStyle/>
          <a:p>
            <a:pPr>
              <a:defRPr/>
            </a:pPr>
            <a:r>
              <a:rPr lang="en-US" sz="700" b="1" dirty="0">
                <a:solidFill>
                  <a:srgbClr val="FFFFFF"/>
                </a:solidFill>
                <a:latin typeface="微软雅黑" panose="020B0503020204020204" charset="-122"/>
                <a:ea typeface="微软雅黑" panose="020B0503020204020204" charset="-122"/>
              </a:rPr>
              <a:t>To view  drawing guides:</a:t>
            </a:r>
            <a:endParaRPr lang="en-US" sz="700" b="1" dirty="0">
              <a:solidFill>
                <a:srgbClr val="FFFFFF"/>
              </a:solidFill>
              <a:latin typeface="微软雅黑" panose="020B0503020204020204" charset="-122"/>
              <a:ea typeface="微软雅黑" panose="020B0503020204020204" charset="-122"/>
            </a:endParaRPr>
          </a:p>
          <a:p>
            <a:pPr>
              <a:defRPr/>
            </a:pPr>
            <a:endParaRPr lang="en-US" sz="300" b="1" dirty="0">
              <a:solidFill>
                <a:srgbClr val="FFFFFF"/>
              </a:solidFill>
              <a:latin typeface="微软雅黑" panose="020B0503020204020204" charset="-122"/>
              <a:ea typeface="微软雅黑" panose="020B0503020204020204" charset="-122"/>
            </a:endParaRPr>
          </a:p>
          <a:p>
            <a:pPr marL="180975" indent="-180975">
              <a:buFont typeface="+mj-lt"/>
              <a:buAutoNum type="arabicPeriod"/>
              <a:defRPr/>
            </a:pPr>
            <a:r>
              <a:rPr lang="en-US" sz="700" dirty="0">
                <a:solidFill>
                  <a:srgbClr val="FFFFFF"/>
                </a:solidFill>
                <a:latin typeface="微软雅黑" panose="020B0503020204020204" charset="-122"/>
                <a:ea typeface="微软雅黑" panose="020B0503020204020204" charset="-122"/>
              </a:rPr>
              <a:t>Right-click on slide and select ’Grid and Guides...’</a:t>
            </a:r>
            <a:endParaRPr lang="en-US" sz="700" dirty="0">
              <a:solidFill>
                <a:srgbClr val="FFFFFF"/>
              </a:solidFill>
              <a:latin typeface="微软雅黑" panose="020B0503020204020204" charset="-122"/>
              <a:ea typeface="微软雅黑" panose="020B0503020204020204" charset="-122"/>
            </a:endParaRPr>
          </a:p>
          <a:p>
            <a:pPr marL="180975" indent="-180975">
              <a:buFont typeface="+mj-lt"/>
              <a:buAutoNum type="arabicPeriod"/>
              <a:defRPr/>
            </a:pPr>
            <a:r>
              <a:rPr lang="en-US" sz="700" dirty="0">
                <a:solidFill>
                  <a:srgbClr val="FFFFFF"/>
                </a:solidFill>
                <a:latin typeface="微软雅黑" panose="020B0503020204020204" charset="-122"/>
                <a:ea typeface="微软雅黑" panose="020B0503020204020204" charset="-122"/>
              </a:rPr>
              <a:t>Check ’Display drawing guides on screen’</a:t>
            </a:r>
            <a:endParaRPr lang="en-US" sz="700" dirty="0">
              <a:solidFill>
                <a:srgbClr val="FFFFFF"/>
              </a:solidFill>
              <a:latin typeface="微软雅黑" panose="020B0503020204020204" charset="-122"/>
              <a:ea typeface="微软雅黑" panose="020B0503020204020204" charset="-122"/>
            </a:endParaRPr>
          </a:p>
          <a:p>
            <a:pPr marL="180975" indent="-180975">
              <a:buFont typeface="+mj-lt"/>
              <a:buAutoNum type="arabicPeriod"/>
              <a:defRPr/>
            </a:pPr>
            <a:r>
              <a:rPr lang="en-US" sz="700" dirty="0">
                <a:solidFill>
                  <a:srgbClr val="FFFFFF"/>
                </a:solidFill>
                <a:latin typeface="微软雅黑" panose="020B0503020204020204" charset="-122"/>
                <a:ea typeface="微软雅黑" panose="020B0503020204020204" charset="-122"/>
              </a:rPr>
              <a:t>Select ’OK’</a:t>
            </a:r>
            <a:endParaRPr lang="en-US" sz="700" dirty="0">
              <a:solidFill>
                <a:srgbClr val="FFFFFF"/>
              </a:solidFill>
              <a:latin typeface="微软雅黑" panose="020B0503020204020204" charset="-122"/>
              <a:ea typeface="微软雅黑" panose="020B0503020204020204" charset="-122"/>
            </a:endParaRPr>
          </a:p>
        </p:txBody>
      </p:sp>
      <p:sp>
        <p:nvSpPr>
          <p:cNvPr id="42" name="矩形 41"/>
          <p:cNvSpPr/>
          <p:nvPr userDrawn="1"/>
        </p:nvSpPr>
        <p:spPr>
          <a:xfrm>
            <a:off x="383647"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43" name="矩形 42"/>
          <p:cNvSpPr/>
          <p:nvPr userDrawn="1"/>
        </p:nvSpPr>
        <p:spPr>
          <a:xfrm>
            <a:off x="191344"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grpSp>
        <p:nvGrpSpPr>
          <p:cNvPr id="46" name="组合 45"/>
          <p:cNvGrpSpPr>
            <a:grpSpLocks noChangeAspect="1"/>
          </p:cNvGrpSpPr>
          <p:nvPr userDrawn="1"/>
        </p:nvGrpSpPr>
        <p:grpSpPr>
          <a:xfrm>
            <a:off x="11036334" y="371250"/>
            <a:ext cx="971869" cy="537470"/>
            <a:chOff x="10728252" y="116959"/>
            <a:chExt cx="1293558" cy="715373"/>
          </a:xfrm>
          <a:solidFill>
            <a:srgbClr val="005BAD"/>
          </a:solidFill>
        </p:grpSpPr>
        <p:sp>
          <p:nvSpPr>
            <p:cNvPr id="47" name="ïSļíḋe"/>
            <p:cNvSpPr/>
            <p:nvPr userDrawn="1"/>
          </p:nvSpPr>
          <p:spPr bwMode="auto">
            <a:xfrm>
              <a:off x="10844646" y="498022"/>
              <a:ext cx="156074" cy="25047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49" name="îSḷîḓé"/>
            <p:cNvSpPr/>
            <p:nvPr userDrawn="1"/>
          </p:nvSpPr>
          <p:spPr bwMode="auto">
            <a:xfrm>
              <a:off x="10963687" y="498022"/>
              <a:ext cx="166655" cy="25047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0" name="işļïḑê"/>
            <p:cNvSpPr/>
            <p:nvPr userDrawn="1"/>
          </p:nvSpPr>
          <p:spPr bwMode="auto">
            <a:xfrm>
              <a:off x="10937233" y="650019"/>
              <a:ext cx="66134" cy="3211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1" name="iṣḷiḑè"/>
            <p:cNvSpPr/>
            <p:nvPr userDrawn="1"/>
          </p:nvSpPr>
          <p:spPr bwMode="auto">
            <a:xfrm>
              <a:off x="11088015" y="498022"/>
              <a:ext cx="158719" cy="25047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2" name="ïṣľídè"/>
            <p:cNvSpPr/>
            <p:nvPr userDrawn="1"/>
          </p:nvSpPr>
          <p:spPr bwMode="auto">
            <a:xfrm>
              <a:off x="11207055" y="498022"/>
              <a:ext cx="156074" cy="25047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sp>
          <p:nvSpPr>
            <p:cNvPr id="53" name="íSļîḓé"/>
            <p:cNvSpPr/>
            <p:nvPr userDrawn="1"/>
          </p:nvSpPr>
          <p:spPr bwMode="auto">
            <a:xfrm>
              <a:off x="11170020" y="714243"/>
              <a:ext cx="66134" cy="3425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4" name="iṩ1ídè"/>
            <p:cNvSpPr/>
            <p:nvPr userDrawn="1"/>
          </p:nvSpPr>
          <p:spPr bwMode="auto">
            <a:xfrm>
              <a:off x="10728252" y="116959"/>
              <a:ext cx="1293558" cy="700044"/>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5" name="ïşľíḑé"/>
            <p:cNvSpPr/>
            <p:nvPr userDrawn="1"/>
          </p:nvSpPr>
          <p:spPr bwMode="auto">
            <a:xfrm>
              <a:off x="11561527" y="472332"/>
              <a:ext cx="185172" cy="360000"/>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grpSp>
      <p:sp>
        <p:nvSpPr>
          <p:cNvPr id="59" name="日期占位符 135"/>
          <p:cNvSpPr txBox="1"/>
          <p:nvPr userDrawn="1"/>
        </p:nvSpPr>
        <p:spPr>
          <a:xfrm>
            <a:off x="9048328" y="6555494"/>
            <a:ext cx="2883976" cy="267573"/>
          </a:xfrm>
          <a:prstGeom prst="rect">
            <a:avLst/>
          </a:prstGeom>
        </p:spPr>
        <p:txBody>
          <a:bodyPr anchor="ctr"/>
          <a:lstStyle>
            <a:defPPr>
              <a:defRPr lang="zh-CN"/>
            </a:defPPr>
            <a:lvl1pPr marL="0" algn="r"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dirty="0">
                <a:solidFill>
                  <a:srgbClr val="005BAD">
                    <a:alpha val="75000"/>
                  </a:srgbClr>
                </a:solidFill>
                <a:latin typeface="微软雅黑" panose="020B0503020204020204" charset="-122"/>
                <a:ea typeface="微软雅黑" panose="020B0503020204020204" charset="-122"/>
              </a:rPr>
              <a:t>华中科技大学电子信息与通信学院</a:t>
            </a:r>
            <a:endParaRPr lang="zh-CN" altLang="en-US" dirty="0">
              <a:solidFill>
                <a:srgbClr val="005BAD">
                  <a:alpha val="75000"/>
                </a:srgbClr>
              </a:solidFill>
              <a:latin typeface="微软雅黑" panose="020B0503020204020204" charset="-122"/>
              <a:ea typeface="微软雅黑" panose="020B0503020204020204" charset="-122"/>
            </a:endParaRPr>
          </a:p>
        </p:txBody>
      </p:sp>
      <p:sp>
        <p:nvSpPr>
          <p:cNvPr id="60" name="页脚占位符 136"/>
          <p:cNvSpPr txBox="1"/>
          <p:nvPr userDrawn="1"/>
        </p:nvSpPr>
        <p:spPr>
          <a:xfrm>
            <a:off x="187688" y="6552438"/>
            <a:ext cx="2880000" cy="273685"/>
          </a:xfrm>
          <a:prstGeom prst="rect">
            <a:avLst/>
          </a:prstGeom>
        </p:spPr>
        <p:txBody>
          <a:bodyPr vert="horz" lIns="91440" tIns="45720" rIns="91440" bIns="45720" rtlCol="0" anchor="ctr"/>
          <a:lstStyle>
            <a:defPPr>
              <a:defRPr lang="zh-CN"/>
            </a:defPPr>
            <a:lvl1pPr marL="0" algn="dist"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rgbClr val="005BAD">
                    <a:alpha val="75000"/>
                  </a:srgbClr>
                </a:solidFill>
                <a:latin typeface="微软雅黑" panose="020B0503020204020204" charset="-122"/>
                <a:ea typeface="微软雅黑" panose="020B0503020204020204" charset="-122"/>
              </a:rPr>
              <a:t>明德厚学 求是创新</a:t>
            </a:r>
            <a:endParaRPr lang="zh-CN" altLang="en-US" dirty="0">
              <a:solidFill>
                <a:srgbClr val="005BAD">
                  <a:alpha val="75000"/>
                </a:srgbClr>
              </a:solidFill>
              <a:latin typeface="微软雅黑" panose="020B0503020204020204" charset="-122"/>
              <a:ea typeface="微软雅黑" panose="020B0503020204020204" charset="-122"/>
            </a:endParaRPr>
          </a:p>
        </p:txBody>
      </p:sp>
      <p:sp>
        <p:nvSpPr>
          <p:cNvPr id="61" name="Slide Number Placeholder 5"/>
          <p:cNvSpPr txBox="1"/>
          <p:nvPr userDrawn="1"/>
        </p:nvSpPr>
        <p:spPr>
          <a:xfrm>
            <a:off x="5853936" y="6626574"/>
            <a:ext cx="480484" cy="125413"/>
          </a:xfrm>
          <a:prstGeom prst="rect">
            <a:avLst/>
          </a:prstGeom>
        </p:spPr>
        <p:txBody>
          <a:bodyPr vert="horz" lIns="0" tIns="0" rIns="0" bIns="0" rtlCol="0" anchor="b" anchorCtr="0">
            <a:noAutofit/>
          </a:bodyPr>
          <a:lstStyle>
            <a:defPPr>
              <a:defRPr lang="en-US"/>
            </a:defPPr>
            <a:lvl1pPr marL="0" algn="l" defTabSz="914400" rtl="0" eaLnBrk="1" fontAlgn="auto" latinLnBrk="0" hangingPunct="1">
              <a:spcBef>
                <a:spcPts val="0"/>
              </a:spcBef>
              <a:spcAft>
                <a:spcPts val="0"/>
              </a:spcAft>
              <a:defRPr sz="1000" b="1" kern="1200" smtClean="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73DA0BB7-265A-403C-9275-D587AB510EDC}" type="slidenum">
              <a:rPr lang="zh-TW" altLang="en-US" b="0" smtClean="0">
                <a:solidFill>
                  <a:srgbClr val="005BAD">
                    <a:alpha val="75000"/>
                  </a:srgbClr>
                </a:solidFill>
                <a:latin typeface="微软雅黑" panose="020B0503020204020204" charset="-122"/>
                <a:ea typeface="微软雅黑" panose="020B0503020204020204" charset="-122"/>
              </a:rPr>
            </a:fld>
            <a:endParaRPr lang="zh-TW" altLang="en-US" b="0" dirty="0">
              <a:solidFill>
                <a:srgbClr val="005BAD">
                  <a:alpha val="75000"/>
                </a:srgbClr>
              </a:solidFill>
              <a:latin typeface="微软雅黑" panose="020B0503020204020204" charset="-122"/>
              <a:ea typeface="微软雅黑" panose="020B0503020204020204" charset="-122"/>
            </a:endParaRPr>
          </a:p>
        </p:txBody>
      </p:sp>
      <p:cxnSp>
        <p:nvCxnSpPr>
          <p:cNvPr id="62" name="直接连接符 23"/>
          <p:cNvCxnSpPr/>
          <p:nvPr userDrawn="1"/>
        </p:nvCxnSpPr>
        <p:spPr>
          <a:xfrm>
            <a:off x="0" y="908720"/>
            <a:ext cx="12192000" cy="12363"/>
          </a:xfrm>
          <a:prstGeom prst="line">
            <a:avLst/>
          </a:prstGeom>
          <a:noFill/>
          <a:ln w="6350" cap="flat" cmpd="sng" algn="ctr">
            <a:solidFill>
              <a:srgbClr val="005BAD">
                <a:alpha val="80000"/>
              </a:srgbClr>
            </a:solidFill>
            <a:prstDash val="solid"/>
            <a:miter lim="800000"/>
          </a:ln>
          <a:effectLst/>
        </p:spPr>
      </p:cxnSp>
      <p:cxnSp>
        <p:nvCxnSpPr>
          <p:cNvPr id="63" name="直接连接符 23"/>
          <p:cNvCxnSpPr/>
          <p:nvPr userDrawn="1"/>
        </p:nvCxnSpPr>
        <p:spPr>
          <a:xfrm>
            <a:off x="-2381" y="6512981"/>
            <a:ext cx="12192000" cy="12363"/>
          </a:xfrm>
          <a:prstGeom prst="line">
            <a:avLst/>
          </a:prstGeom>
          <a:noFill/>
          <a:ln w="6350" cap="flat" cmpd="sng" algn="ctr">
            <a:solidFill>
              <a:srgbClr val="005BAD">
                <a:alpha val="75000"/>
              </a:srgbClr>
            </a:solidFill>
            <a:prstDash val="solid"/>
            <a:miter lim="800000"/>
          </a:ln>
          <a:effectLst/>
        </p:spPr>
      </p:cxnSp>
      <p:sp>
        <p:nvSpPr>
          <p:cNvPr id="39" name="Title 1"/>
          <p:cNvSpPr>
            <a:spLocks noGrp="1"/>
          </p:cNvSpPr>
          <p:nvPr>
            <p:ph type="title"/>
          </p:nvPr>
        </p:nvSpPr>
        <p:spPr>
          <a:xfrm>
            <a:off x="671647" y="395289"/>
            <a:ext cx="10209277" cy="430887"/>
          </a:xfrm>
        </p:spPr>
        <p:txBody>
          <a:bodyPr lIns="108000"/>
          <a:lstStyle>
            <a:lvl1pPr>
              <a:defRPr sz="2800" b="1">
                <a:latin typeface="微软雅黑" panose="020B0503020204020204" charset="-122"/>
                <a:ea typeface="微软雅黑" panose="020B0503020204020204" charset="-122"/>
              </a:defRPr>
            </a:lvl1pPr>
          </a:lstStyle>
          <a:p>
            <a:r>
              <a:rPr lang="zh-CN" altLang="en-US" noProof="0" dirty="0"/>
              <a:t>单击此处编辑母版标题样式</a:t>
            </a:r>
            <a:endParaRPr lang="en-US" noProof="0" dirty="0"/>
          </a:p>
        </p:txBody>
      </p:sp>
      <p:sp>
        <p:nvSpPr>
          <p:cNvPr id="40" name="Text Placeholder 2"/>
          <p:cNvSpPr>
            <a:spLocks noGrp="1"/>
          </p:cNvSpPr>
          <p:nvPr>
            <p:ph idx="1"/>
          </p:nvPr>
        </p:nvSpPr>
        <p:spPr bwMode="auto">
          <a:xfrm>
            <a:off x="478368" y="1119130"/>
            <a:ext cx="11231033" cy="511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内页-无页码">
    <p:spTree>
      <p:nvGrpSpPr>
        <p:cNvPr id="1" name=""/>
        <p:cNvGrpSpPr/>
        <p:nvPr/>
      </p:nvGrpSpPr>
      <p:grpSpPr>
        <a:xfrm>
          <a:off x="0" y="0"/>
          <a:ext cx="0" cy="0"/>
          <a:chOff x="0" y="0"/>
          <a:chExt cx="0" cy="0"/>
        </a:xfrm>
      </p:grpSpPr>
      <p:cxnSp>
        <p:nvCxnSpPr>
          <p:cNvPr id="5" name="Straight Arrow Connector 4"/>
          <p:cNvCxnSpPr/>
          <p:nvPr/>
        </p:nvCxnSpPr>
        <p:spPr>
          <a:xfrm>
            <a:off x="-1145117" y="6303964"/>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a:off x="4720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11703051"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145117" y="12588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1145117" y="7635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58568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6335184"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13" name="TextBox 16"/>
          <p:cNvSpPr txBox="1">
            <a:spLocks noChangeArrowheads="1"/>
          </p:cNvSpPr>
          <p:nvPr/>
        </p:nvSpPr>
        <p:spPr bwMode="auto">
          <a:xfrm>
            <a:off x="-2423583" y="6581776"/>
            <a:ext cx="223943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900" dirty="0">
                <a:solidFill>
                  <a:srgbClr val="FFFFFF"/>
                </a:solidFill>
                <a:latin typeface="微软雅黑" panose="020B0503020204020204" charset="-122"/>
                <a:ea typeface="微软雅黑" panose="020B0503020204020204" charset="-122"/>
              </a:rPr>
              <a:t>White markers indicate position of  Drawing Guides</a:t>
            </a:r>
            <a:endParaRPr lang="en-US" sz="900" dirty="0">
              <a:solidFill>
                <a:srgbClr val="FFFFFF"/>
              </a:solidFill>
              <a:latin typeface="微软雅黑" panose="020B0503020204020204" charset="-122"/>
              <a:ea typeface="微软雅黑" panose="020B0503020204020204" charset="-122"/>
            </a:endParaRPr>
          </a:p>
        </p:txBody>
      </p:sp>
      <p:sp>
        <p:nvSpPr>
          <p:cNvPr id="14" name="TextBox 17"/>
          <p:cNvSpPr txBox="1">
            <a:spLocks noChangeArrowheads="1"/>
          </p:cNvSpPr>
          <p:nvPr/>
        </p:nvSpPr>
        <p:spPr bwMode="auto">
          <a:xfrm>
            <a:off x="-1255183" y="896938"/>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dirty="0">
                <a:solidFill>
                  <a:srgbClr val="FFFFFF"/>
                </a:solidFill>
                <a:latin typeface="微软雅黑" panose="020B0503020204020204" charset="-122"/>
                <a:ea typeface="微软雅黑" panose="020B0503020204020204" charset="-122"/>
              </a:rPr>
              <a:t>7.40 cm</a:t>
            </a:r>
            <a:endParaRPr lang="en-US" sz="700" dirty="0">
              <a:solidFill>
                <a:srgbClr val="FFFFFF"/>
              </a:solidFill>
              <a:latin typeface="微软雅黑" panose="020B0503020204020204" charset="-122"/>
              <a:ea typeface="微软雅黑" panose="020B0503020204020204" charset="-122"/>
            </a:endParaRPr>
          </a:p>
          <a:p>
            <a:pPr algn="r">
              <a:spcAft>
                <a:spcPts val="300"/>
              </a:spcAft>
            </a:pPr>
            <a:r>
              <a:rPr lang="en-US" sz="700" dirty="0">
                <a:solidFill>
                  <a:srgbClr val="FFFFFF"/>
                </a:solidFill>
                <a:latin typeface="微软雅黑" panose="020B0503020204020204" charset="-122"/>
                <a:ea typeface="微软雅黑" panose="020B0503020204020204" charset="-122"/>
              </a:rPr>
              <a:t>2.91 Inches</a:t>
            </a:r>
            <a:endParaRPr lang="en-US" sz="700" dirty="0">
              <a:solidFill>
                <a:srgbClr val="FFFFFF"/>
              </a:solidFill>
              <a:latin typeface="微软雅黑" panose="020B0503020204020204" charset="-122"/>
              <a:ea typeface="微软雅黑" panose="020B0503020204020204" charset="-122"/>
            </a:endParaRPr>
          </a:p>
        </p:txBody>
      </p:sp>
      <p:sp>
        <p:nvSpPr>
          <p:cNvPr id="15" name="TextBox 18"/>
          <p:cNvSpPr txBox="1">
            <a:spLocks noChangeArrowheads="1"/>
          </p:cNvSpPr>
          <p:nvPr/>
        </p:nvSpPr>
        <p:spPr bwMode="auto">
          <a:xfrm>
            <a:off x="-1255183" y="15049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latin typeface="微软雅黑" panose="020B0503020204020204" charset="-122"/>
                <a:ea typeface="微软雅黑" panose="020B0503020204020204" charset="-122"/>
              </a:rPr>
              <a:t>6.00 cm</a:t>
            </a:r>
            <a:endParaRPr lang="en-US" sz="700">
              <a:solidFill>
                <a:srgbClr val="FFFFFF"/>
              </a:solidFill>
              <a:latin typeface="微软雅黑" panose="020B0503020204020204" charset="-122"/>
              <a:ea typeface="微软雅黑" panose="020B0503020204020204" charset="-122"/>
            </a:endParaRPr>
          </a:p>
          <a:p>
            <a:pPr algn="r">
              <a:spcAft>
                <a:spcPts val="300"/>
              </a:spcAft>
            </a:pPr>
            <a:r>
              <a:rPr lang="en-US" sz="700">
                <a:solidFill>
                  <a:srgbClr val="FFFFFF"/>
                </a:solidFill>
                <a:latin typeface="微软雅黑" panose="020B0503020204020204" charset="-122"/>
                <a:ea typeface="微软雅黑" panose="020B0503020204020204" charset="-122"/>
              </a:rPr>
              <a:t>2.36 Inches</a:t>
            </a:r>
            <a:endParaRPr lang="en-US" sz="700">
              <a:solidFill>
                <a:srgbClr val="FFFFFF"/>
              </a:solidFill>
              <a:latin typeface="微软雅黑" panose="020B0503020204020204" charset="-122"/>
              <a:ea typeface="微软雅黑" panose="020B0503020204020204" charset="-122"/>
            </a:endParaRPr>
          </a:p>
        </p:txBody>
      </p:sp>
      <p:sp>
        <p:nvSpPr>
          <p:cNvPr id="16" name="TextBox 19"/>
          <p:cNvSpPr txBox="1">
            <a:spLocks noChangeArrowheads="1"/>
          </p:cNvSpPr>
          <p:nvPr/>
        </p:nvSpPr>
        <p:spPr bwMode="auto">
          <a:xfrm>
            <a:off x="-1255183" y="5921375"/>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latin typeface="微软雅黑" panose="020B0503020204020204" charset="-122"/>
                <a:ea typeface="微软雅黑" panose="020B0503020204020204" charset="-122"/>
              </a:rPr>
              <a:t>8.00 cm</a:t>
            </a:r>
            <a:endParaRPr lang="en-US" sz="700">
              <a:solidFill>
                <a:srgbClr val="FFFFFF"/>
              </a:solidFill>
              <a:latin typeface="微软雅黑" panose="020B0503020204020204" charset="-122"/>
              <a:ea typeface="微软雅黑" panose="020B0503020204020204" charset="-122"/>
            </a:endParaRPr>
          </a:p>
          <a:p>
            <a:pPr algn="r">
              <a:spcAft>
                <a:spcPts val="300"/>
              </a:spcAft>
            </a:pPr>
            <a:r>
              <a:rPr lang="en-US" sz="700">
                <a:solidFill>
                  <a:srgbClr val="FFFFFF"/>
                </a:solidFill>
                <a:latin typeface="微软雅黑" panose="020B0503020204020204" charset="-122"/>
                <a:ea typeface="微软雅黑" panose="020B0503020204020204" charset="-122"/>
              </a:rPr>
              <a:t>3.15 Inches</a:t>
            </a:r>
            <a:endParaRPr lang="en-US" sz="700">
              <a:solidFill>
                <a:srgbClr val="FFFFFF"/>
              </a:solidFill>
              <a:latin typeface="微软雅黑" panose="020B0503020204020204" charset="-122"/>
              <a:ea typeface="微软雅黑" panose="020B0503020204020204" charset="-122"/>
            </a:endParaRPr>
          </a:p>
        </p:txBody>
      </p:sp>
      <p:sp>
        <p:nvSpPr>
          <p:cNvPr id="17" name="TextBox 20"/>
          <p:cNvSpPr txBox="1">
            <a:spLocks noChangeArrowheads="1"/>
          </p:cNvSpPr>
          <p:nvPr/>
        </p:nvSpPr>
        <p:spPr bwMode="auto">
          <a:xfrm>
            <a:off x="4783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a:t>
            </a:r>
            <a:r>
              <a:rPr lang="en-US" sz="700">
                <a:solidFill>
                  <a:srgbClr val="FFFFFF"/>
                </a:solidFill>
                <a:latin typeface="微软雅黑" panose="020B0503020204020204" charset="-122"/>
                <a:ea typeface="微软雅黑" panose="020B0503020204020204" charset="-122"/>
              </a:rPr>
              <a:t>11.70 cm</a:t>
            </a:r>
            <a:endParaRPr lang="en-US" sz="700">
              <a:solidFill>
                <a:srgbClr val="FFFFFF"/>
              </a:solidFill>
              <a:latin typeface="微软雅黑" panose="020B0503020204020204" charset="-122"/>
              <a:ea typeface="微软雅黑" panose="020B0503020204020204" charset="-122"/>
            </a:endParaRPr>
          </a:p>
          <a:p>
            <a:pP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 4.61 inches</a:t>
            </a:r>
            <a:endParaRPr lang="en-US" sz="700">
              <a:solidFill>
                <a:srgbClr val="FFFFFF"/>
              </a:solidFill>
              <a:latin typeface="微软雅黑" panose="020B0503020204020204" charset="-122"/>
              <a:ea typeface="微软雅黑" panose="020B0503020204020204" charset="-122"/>
            </a:endParaRPr>
          </a:p>
        </p:txBody>
      </p:sp>
      <p:sp>
        <p:nvSpPr>
          <p:cNvPr id="18" name="TextBox 21"/>
          <p:cNvSpPr txBox="1">
            <a:spLocks noChangeArrowheads="1"/>
          </p:cNvSpPr>
          <p:nvPr/>
        </p:nvSpPr>
        <p:spPr bwMode="auto">
          <a:xfrm>
            <a:off x="47709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latin typeface="微软雅黑" panose="020B0503020204020204" charset="-122"/>
                <a:ea typeface="微软雅黑" panose="020B0503020204020204" charset="-122"/>
              </a:rPr>
              <a:t>0.50 cm </a:t>
            </a:r>
            <a:r>
              <a:rPr lang="en-US" sz="700">
                <a:solidFill>
                  <a:srgbClr val="FFFFFF"/>
                </a:solidFill>
                <a:latin typeface="微软雅黑" panose="020B0503020204020204" charset="-122"/>
                <a:ea typeface="微软雅黑" panose="020B0503020204020204" charset="-122"/>
                <a:sym typeface="Wingdings" panose="05000000000000000000" pitchFamily="2" charset="2"/>
              </a:rPr>
              <a:t></a:t>
            </a:r>
            <a:endParaRPr lang="en-US" sz="700">
              <a:solidFill>
                <a:srgbClr val="FFFFFF"/>
              </a:solidFill>
              <a:latin typeface="微软雅黑" panose="020B0503020204020204" charset="-122"/>
              <a:ea typeface="微软雅黑" panose="020B0503020204020204" charset="-122"/>
              <a:sym typeface="Wingdings" panose="05000000000000000000" pitchFamily="2" charset="2"/>
            </a:endParaRPr>
          </a:p>
          <a:p>
            <a:pPr algn="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0.2 inches </a:t>
            </a:r>
            <a:endParaRPr lang="en-US" sz="700">
              <a:solidFill>
                <a:srgbClr val="FFFFFF"/>
              </a:solidFill>
              <a:latin typeface="微软雅黑" panose="020B0503020204020204" charset="-122"/>
              <a:ea typeface="微软雅黑" panose="020B0503020204020204" charset="-122"/>
            </a:endParaRPr>
          </a:p>
        </p:txBody>
      </p:sp>
      <p:sp>
        <p:nvSpPr>
          <p:cNvPr id="19" name="TextBox 22"/>
          <p:cNvSpPr txBox="1">
            <a:spLocks noChangeArrowheads="1"/>
          </p:cNvSpPr>
          <p:nvPr/>
        </p:nvSpPr>
        <p:spPr bwMode="auto">
          <a:xfrm>
            <a:off x="6350001"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buFont typeface="Wingdings" panose="05000000000000000000" pitchFamily="2" charset="2"/>
              <a:buChar char="ß"/>
            </a:pPr>
            <a:r>
              <a:rPr lang="en-US" sz="700">
                <a:solidFill>
                  <a:srgbClr val="FFFFFF"/>
                </a:solidFill>
                <a:latin typeface="微软雅黑" panose="020B0503020204020204" charset="-122"/>
                <a:ea typeface="微软雅黑" panose="020B0503020204020204" charset="-122"/>
              </a:rPr>
              <a:t>0.50 cm</a:t>
            </a:r>
            <a:endParaRPr lang="en-US" sz="700">
              <a:solidFill>
                <a:srgbClr val="FFFFFF"/>
              </a:solidFill>
              <a:latin typeface="微软雅黑" panose="020B0503020204020204" charset="-122"/>
              <a:ea typeface="微软雅黑" panose="020B0503020204020204" charset="-122"/>
            </a:endParaRPr>
          </a:p>
          <a:p>
            <a:pP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 0.2 inches</a:t>
            </a:r>
            <a:endParaRPr lang="en-US" sz="700">
              <a:solidFill>
                <a:srgbClr val="FFFFFF"/>
              </a:solidFill>
              <a:latin typeface="微软雅黑" panose="020B0503020204020204" charset="-122"/>
              <a:ea typeface="微软雅黑" panose="020B0503020204020204" charset="-122"/>
            </a:endParaRPr>
          </a:p>
        </p:txBody>
      </p:sp>
      <p:sp>
        <p:nvSpPr>
          <p:cNvPr id="20" name="TextBox 23"/>
          <p:cNvSpPr txBox="1">
            <a:spLocks noChangeArrowheads="1"/>
          </p:cNvSpPr>
          <p:nvPr/>
        </p:nvSpPr>
        <p:spPr bwMode="auto">
          <a:xfrm>
            <a:off x="10627785"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latin typeface="微软雅黑" panose="020B0503020204020204" charset="-122"/>
                <a:ea typeface="微软雅黑" panose="020B0503020204020204" charset="-122"/>
              </a:rPr>
              <a:t>11.70 cm </a:t>
            </a:r>
            <a:r>
              <a:rPr lang="en-US" sz="700">
                <a:solidFill>
                  <a:srgbClr val="FFFFFF"/>
                </a:solidFill>
                <a:latin typeface="微软雅黑" panose="020B0503020204020204" charset="-122"/>
                <a:ea typeface="微软雅黑" panose="020B0503020204020204" charset="-122"/>
                <a:sym typeface="Wingdings" panose="05000000000000000000" pitchFamily="2" charset="2"/>
              </a:rPr>
              <a:t></a:t>
            </a:r>
            <a:endParaRPr lang="en-US" sz="700">
              <a:solidFill>
                <a:srgbClr val="FFFFFF"/>
              </a:solidFill>
              <a:latin typeface="微软雅黑" panose="020B0503020204020204" charset="-122"/>
              <a:ea typeface="微软雅黑" panose="020B0503020204020204" charset="-122"/>
            </a:endParaRPr>
          </a:p>
          <a:p>
            <a:pPr algn="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 4.61 inches </a:t>
            </a:r>
            <a:endParaRPr lang="en-US" sz="700">
              <a:solidFill>
                <a:srgbClr val="FFFFFF"/>
              </a:solidFill>
              <a:latin typeface="微软雅黑" panose="020B0503020204020204" charset="-122"/>
              <a:ea typeface="微软雅黑" panose="020B0503020204020204" charset="-122"/>
            </a:endParaRPr>
          </a:p>
        </p:txBody>
      </p:sp>
      <p:cxnSp>
        <p:nvCxnSpPr>
          <p:cNvPr id="21" name="Straight Arrow Connector 20"/>
          <p:cNvCxnSpPr/>
          <p:nvPr/>
        </p:nvCxnSpPr>
        <p:spPr>
          <a:xfrm rot="5400000" flipH="1" flipV="1">
            <a:off x="-296863" y="1308630"/>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rot="5400000" flipH="1" flipV="1">
            <a:off x="-296863" y="811743"/>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rot="5400000" flipH="1" flipV="1">
            <a:off x="-296863" y="6240993"/>
            <a:ext cx="92075" cy="2117"/>
          </a:xfrm>
          <a:prstGeom prst="straightConnector1">
            <a:avLst/>
          </a:prstGeom>
          <a:ln w="3175">
            <a:solidFill>
              <a:schemeClr val="bg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24" name="AutoShape 4"/>
          <p:cNvSpPr/>
          <p:nvPr/>
        </p:nvSpPr>
        <p:spPr bwMode="gray">
          <a:xfrm>
            <a:off x="-2055284" y="0"/>
            <a:ext cx="1871133" cy="692497"/>
          </a:xfrm>
          <a:prstGeom prst="rect">
            <a:avLst/>
          </a:prstGeom>
          <a:noFill/>
          <a:ln w="12700" algn="ctr">
            <a:noFill/>
            <a:miter lim="800000"/>
          </a:ln>
          <a:effectLst/>
        </p:spPr>
        <p:txBody>
          <a:bodyPr lIns="0" tIns="0" rIns="0" bIns="0">
            <a:spAutoFit/>
          </a:bodyPr>
          <a:lstStyle/>
          <a:p>
            <a:pPr>
              <a:defRPr/>
            </a:pPr>
            <a:r>
              <a:rPr lang="en-US" sz="700" b="1" dirty="0">
                <a:solidFill>
                  <a:srgbClr val="FFFFFF"/>
                </a:solidFill>
                <a:latin typeface="微软雅黑" panose="020B0503020204020204" charset="-122"/>
                <a:ea typeface="微软雅黑" panose="020B0503020204020204" charset="-122"/>
              </a:rPr>
              <a:t>To view  drawing guides:</a:t>
            </a:r>
            <a:endParaRPr lang="en-US" sz="700" b="1" dirty="0">
              <a:solidFill>
                <a:srgbClr val="FFFFFF"/>
              </a:solidFill>
              <a:latin typeface="微软雅黑" panose="020B0503020204020204" charset="-122"/>
              <a:ea typeface="微软雅黑" panose="020B0503020204020204" charset="-122"/>
            </a:endParaRPr>
          </a:p>
          <a:p>
            <a:pPr>
              <a:defRPr/>
            </a:pPr>
            <a:endParaRPr lang="en-US" sz="300" b="1" dirty="0">
              <a:solidFill>
                <a:srgbClr val="FFFFFF"/>
              </a:solidFill>
              <a:latin typeface="微软雅黑" panose="020B0503020204020204" charset="-122"/>
              <a:ea typeface="微软雅黑" panose="020B0503020204020204" charset="-122"/>
            </a:endParaRPr>
          </a:p>
          <a:p>
            <a:pPr marL="180975" indent="-180975">
              <a:buFont typeface="+mj-lt"/>
              <a:buAutoNum type="arabicPeriod"/>
              <a:defRPr/>
            </a:pPr>
            <a:r>
              <a:rPr lang="en-US" sz="700" dirty="0">
                <a:solidFill>
                  <a:srgbClr val="FFFFFF"/>
                </a:solidFill>
                <a:latin typeface="微软雅黑" panose="020B0503020204020204" charset="-122"/>
                <a:ea typeface="微软雅黑" panose="020B0503020204020204" charset="-122"/>
              </a:rPr>
              <a:t>Right-click on slide and select ’Grid and Guides...’</a:t>
            </a:r>
            <a:endParaRPr lang="en-US" sz="700" dirty="0">
              <a:solidFill>
                <a:srgbClr val="FFFFFF"/>
              </a:solidFill>
              <a:latin typeface="微软雅黑" panose="020B0503020204020204" charset="-122"/>
              <a:ea typeface="微软雅黑" panose="020B0503020204020204" charset="-122"/>
            </a:endParaRPr>
          </a:p>
          <a:p>
            <a:pPr marL="180975" indent="-180975">
              <a:buFont typeface="+mj-lt"/>
              <a:buAutoNum type="arabicPeriod"/>
              <a:defRPr/>
            </a:pPr>
            <a:r>
              <a:rPr lang="en-US" sz="700" dirty="0">
                <a:solidFill>
                  <a:srgbClr val="FFFFFF"/>
                </a:solidFill>
                <a:latin typeface="微软雅黑" panose="020B0503020204020204" charset="-122"/>
                <a:ea typeface="微软雅黑" panose="020B0503020204020204" charset="-122"/>
              </a:rPr>
              <a:t>Check ’Display drawing guides on screen’</a:t>
            </a:r>
            <a:endParaRPr lang="en-US" sz="700" dirty="0">
              <a:solidFill>
                <a:srgbClr val="FFFFFF"/>
              </a:solidFill>
              <a:latin typeface="微软雅黑" panose="020B0503020204020204" charset="-122"/>
              <a:ea typeface="微软雅黑" panose="020B0503020204020204" charset="-122"/>
            </a:endParaRPr>
          </a:p>
          <a:p>
            <a:pPr marL="180975" indent="-180975">
              <a:buFont typeface="+mj-lt"/>
              <a:buAutoNum type="arabicPeriod"/>
              <a:defRPr/>
            </a:pPr>
            <a:r>
              <a:rPr lang="en-US" sz="700" dirty="0">
                <a:solidFill>
                  <a:srgbClr val="FFFFFF"/>
                </a:solidFill>
                <a:latin typeface="微软雅黑" panose="020B0503020204020204" charset="-122"/>
                <a:ea typeface="微软雅黑" panose="020B0503020204020204" charset="-122"/>
              </a:rPr>
              <a:t>Select ’OK’</a:t>
            </a:r>
            <a:endParaRPr lang="en-US" sz="700" dirty="0">
              <a:solidFill>
                <a:srgbClr val="FFFFFF"/>
              </a:solidFill>
              <a:latin typeface="微软雅黑" panose="020B0503020204020204" charset="-122"/>
              <a:ea typeface="微软雅黑" panose="020B0503020204020204" charset="-122"/>
            </a:endParaRPr>
          </a:p>
        </p:txBody>
      </p:sp>
      <p:sp>
        <p:nvSpPr>
          <p:cNvPr id="42" name="矩形 41"/>
          <p:cNvSpPr/>
          <p:nvPr userDrawn="1"/>
        </p:nvSpPr>
        <p:spPr>
          <a:xfrm>
            <a:off x="383647"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43" name="矩形 42"/>
          <p:cNvSpPr/>
          <p:nvPr userDrawn="1"/>
        </p:nvSpPr>
        <p:spPr>
          <a:xfrm>
            <a:off x="191344"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grpSp>
        <p:nvGrpSpPr>
          <p:cNvPr id="46" name="组合 45"/>
          <p:cNvGrpSpPr>
            <a:grpSpLocks noChangeAspect="1"/>
          </p:cNvGrpSpPr>
          <p:nvPr userDrawn="1"/>
        </p:nvGrpSpPr>
        <p:grpSpPr>
          <a:xfrm>
            <a:off x="11036334" y="371250"/>
            <a:ext cx="971869" cy="537470"/>
            <a:chOff x="10728252" y="116959"/>
            <a:chExt cx="1293558" cy="715373"/>
          </a:xfrm>
          <a:solidFill>
            <a:srgbClr val="005BAD"/>
          </a:solidFill>
        </p:grpSpPr>
        <p:sp>
          <p:nvSpPr>
            <p:cNvPr id="47" name="ïSļíḋe"/>
            <p:cNvSpPr/>
            <p:nvPr userDrawn="1"/>
          </p:nvSpPr>
          <p:spPr bwMode="auto">
            <a:xfrm>
              <a:off x="10844646" y="498022"/>
              <a:ext cx="156074" cy="25047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49" name="îSḷîḓé"/>
            <p:cNvSpPr/>
            <p:nvPr userDrawn="1"/>
          </p:nvSpPr>
          <p:spPr bwMode="auto">
            <a:xfrm>
              <a:off x="10963687" y="498022"/>
              <a:ext cx="166655" cy="25047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0" name="işļïḑê"/>
            <p:cNvSpPr/>
            <p:nvPr userDrawn="1"/>
          </p:nvSpPr>
          <p:spPr bwMode="auto">
            <a:xfrm>
              <a:off x="10937233" y="650019"/>
              <a:ext cx="66134" cy="3211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1" name="iṣḷiḑè"/>
            <p:cNvSpPr/>
            <p:nvPr userDrawn="1"/>
          </p:nvSpPr>
          <p:spPr bwMode="auto">
            <a:xfrm>
              <a:off x="11088015" y="498022"/>
              <a:ext cx="158719" cy="25047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2" name="ïṣľídè"/>
            <p:cNvSpPr/>
            <p:nvPr userDrawn="1"/>
          </p:nvSpPr>
          <p:spPr bwMode="auto">
            <a:xfrm>
              <a:off x="11207055" y="498022"/>
              <a:ext cx="156074" cy="25047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sp>
          <p:nvSpPr>
            <p:cNvPr id="53" name="íSļîḓé"/>
            <p:cNvSpPr/>
            <p:nvPr userDrawn="1"/>
          </p:nvSpPr>
          <p:spPr bwMode="auto">
            <a:xfrm>
              <a:off x="11170020" y="714243"/>
              <a:ext cx="66134" cy="3425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4" name="iṩ1ídè"/>
            <p:cNvSpPr/>
            <p:nvPr userDrawn="1"/>
          </p:nvSpPr>
          <p:spPr bwMode="auto">
            <a:xfrm>
              <a:off x="10728252" y="116959"/>
              <a:ext cx="1293558" cy="700044"/>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5" name="ïşľíḑé"/>
            <p:cNvSpPr/>
            <p:nvPr userDrawn="1"/>
          </p:nvSpPr>
          <p:spPr bwMode="auto">
            <a:xfrm>
              <a:off x="11561527" y="472332"/>
              <a:ext cx="185172" cy="360000"/>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grpSp>
      <p:cxnSp>
        <p:nvCxnSpPr>
          <p:cNvPr id="62" name="直接连接符 23"/>
          <p:cNvCxnSpPr/>
          <p:nvPr userDrawn="1"/>
        </p:nvCxnSpPr>
        <p:spPr>
          <a:xfrm>
            <a:off x="0" y="908720"/>
            <a:ext cx="12192000" cy="12363"/>
          </a:xfrm>
          <a:prstGeom prst="line">
            <a:avLst/>
          </a:prstGeom>
          <a:noFill/>
          <a:ln w="6350" cap="flat" cmpd="sng" algn="ctr">
            <a:solidFill>
              <a:srgbClr val="005BAD">
                <a:alpha val="80000"/>
              </a:srgbClr>
            </a:solidFill>
            <a:prstDash val="solid"/>
            <a:miter lim="800000"/>
          </a:ln>
          <a:effectLst/>
        </p:spPr>
      </p:cxnSp>
      <p:cxnSp>
        <p:nvCxnSpPr>
          <p:cNvPr id="63" name="直接连接符 23"/>
          <p:cNvCxnSpPr/>
          <p:nvPr userDrawn="1"/>
        </p:nvCxnSpPr>
        <p:spPr>
          <a:xfrm>
            <a:off x="-2381" y="6512981"/>
            <a:ext cx="12192000" cy="12363"/>
          </a:xfrm>
          <a:prstGeom prst="line">
            <a:avLst/>
          </a:prstGeom>
          <a:noFill/>
          <a:ln w="6350" cap="flat" cmpd="sng" algn="ctr">
            <a:solidFill>
              <a:srgbClr val="005BAD">
                <a:alpha val="75000"/>
              </a:srgbClr>
            </a:solidFill>
            <a:prstDash val="solid"/>
            <a:miter lim="800000"/>
          </a:ln>
          <a:effectLst/>
        </p:spPr>
      </p:cxnSp>
      <p:sp>
        <p:nvSpPr>
          <p:cNvPr id="39" name="日期占位符 135"/>
          <p:cNvSpPr txBox="1"/>
          <p:nvPr userDrawn="1"/>
        </p:nvSpPr>
        <p:spPr>
          <a:xfrm>
            <a:off x="9048328" y="6555494"/>
            <a:ext cx="2883976" cy="267573"/>
          </a:xfrm>
          <a:prstGeom prst="rect">
            <a:avLst/>
          </a:prstGeom>
        </p:spPr>
        <p:txBody>
          <a:bodyPr anchor="ctr"/>
          <a:lstStyle>
            <a:defPPr>
              <a:defRPr lang="zh-CN"/>
            </a:defPPr>
            <a:lvl1pPr marL="0" algn="r"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dirty="0">
                <a:solidFill>
                  <a:srgbClr val="005BAD">
                    <a:alpha val="75000"/>
                  </a:srgbClr>
                </a:solidFill>
                <a:latin typeface="微软雅黑" panose="020B0503020204020204" charset="-122"/>
                <a:ea typeface="微软雅黑" panose="020B0503020204020204" charset="-122"/>
              </a:rPr>
              <a:t>华中科技大学电子信息与通信学院</a:t>
            </a:r>
            <a:endParaRPr lang="zh-CN" altLang="en-US" dirty="0">
              <a:solidFill>
                <a:srgbClr val="005BAD">
                  <a:alpha val="75000"/>
                </a:srgbClr>
              </a:solidFill>
              <a:latin typeface="微软雅黑" panose="020B0503020204020204" charset="-122"/>
              <a:ea typeface="微软雅黑" panose="020B0503020204020204" charset="-122"/>
            </a:endParaRPr>
          </a:p>
        </p:txBody>
      </p:sp>
      <p:sp>
        <p:nvSpPr>
          <p:cNvPr id="40" name="页脚占位符 136"/>
          <p:cNvSpPr txBox="1"/>
          <p:nvPr userDrawn="1"/>
        </p:nvSpPr>
        <p:spPr>
          <a:xfrm>
            <a:off x="187688" y="6552438"/>
            <a:ext cx="2880000" cy="273685"/>
          </a:xfrm>
          <a:prstGeom prst="rect">
            <a:avLst/>
          </a:prstGeom>
        </p:spPr>
        <p:txBody>
          <a:bodyPr vert="horz" lIns="91440" tIns="45720" rIns="91440" bIns="45720" rtlCol="0" anchor="ctr"/>
          <a:lstStyle>
            <a:defPPr>
              <a:defRPr lang="zh-CN"/>
            </a:defPPr>
            <a:lvl1pPr marL="0" algn="dist"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rgbClr val="005BAD">
                    <a:alpha val="75000"/>
                  </a:srgbClr>
                </a:solidFill>
                <a:latin typeface="微软雅黑" panose="020B0503020204020204" charset="-122"/>
                <a:ea typeface="微软雅黑" panose="020B0503020204020204" charset="-122"/>
              </a:rPr>
              <a:t>明德厚学 求是创新</a:t>
            </a:r>
            <a:endParaRPr lang="zh-CN" altLang="en-US" dirty="0">
              <a:solidFill>
                <a:srgbClr val="005BAD">
                  <a:alpha val="75000"/>
                </a:srgbClr>
              </a:solidFill>
              <a:latin typeface="微软雅黑" panose="020B0503020204020204" charset="-122"/>
              <a:ea typeface="微软雅黑" panose="020B0503020204020204" charset="-122"/>
            </a:endParaRPr>
          </a:p>
        </p:txBody>
      </p:sp>
      <p:sp>
        <p:nvSpPr>
          <p:cNvPr id="44" name="Title 1"/>
          <p:cNvSpPr>
            <a:spLocks noGrp="1"/>
          </p:cNvSpPr>
          <p:nvPr>
            <p:ph type="title"/>
          </p:nvPr>
        </p:nvSpPr>
        <p:spPr>
          <a:xfrm>
            <a:off x="671647" y="395289"/>
            <a:ext cx="10209277" cy="430887"/>
          </a:xfrm>
        </p:spPr>
        <p:txBody>
          <a:bodyPr lIns="108000"/>
          <a:lstStyle>
            <a:lvl1pPr>
              <a:defRPr sz="2800" b="1">
                <a:latin typeface="微软雅黑" panose="020B0503020204020204" charset="-122"/>
                <a:ea typeface="微软雅黑" panose="020B0503020204020204" charset="-122"/>
              </a:defRPr>
            </a:lvl1pPr>
          </a:lstStyle>
          <a:p>
            <a:r>
              <a:rPr lang="zh-CN" altLang="en-US" noProof="0" dirty="0"/>
              <a:t>单击此处编辑母版标题样式</a:t>
            </a:r>
            <a:endParaRPr lang="en-US" noProof="0" dirty="0"/>
          </a:p>
        </p:txBody>
      </p:sp>
      <p:sp>
        <p:nvSpPr>
          <p:cNvPr id="38" name="Text Placeholder 2"/>
          <p:cNvSpPr>
            <a:spLocks noGrp="1"/>
          </p:cNvSpPr>
          <p:nvPr>
            <p:ph idx="1"/>
          </p:nvPr>
        </p:nvSpPr>
        <p:spPr bwMode="auto">
          <a:xfrm>
            <a:off x="478368" y="1119130"/>
            <a:ext cx="11231033" cy="51129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纯标题">
    <p:spTree>
      <p:nvGrpSpPr>
        <p:cNvPr id="1" name=""/>
        <p:cNvGrpSpPr/>
        <p:nvPr/>
      </p:nvGrpSpPr>
      <p:grpSpPr>
        <a:xfrm>
          <a:off x="0" y="0"/>
          <a:ext cx="0" cy="0"/>
          <a:chOff x="0" y="0"/>
          <a:chExt cx="0" cy="0"/>
        </a:xfrm>
      </p:grpSpPr>
      <p:cxnSp>
        <p:nvCxnSpPr>
          <p:cNvPr id="4" name="Straight Arrow Connector 3"/>
          <p:cNvCxnSpPr/>
          <p:nvPr/>
        </p:nvCxnSpPr>
        <p:spPr>
          <a:xfrm>
            <a:off x="-1145117" y="6303964"/>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5" name="Straight Arrow Connector 4"/>
          <p:cNvCxnSpPr/>
          <p:nvPr/>
        </p:nvCxnSpPr>
        <p:spPr>
          <a:xfrm>
            <a:off x="4720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a:off x="11703051"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7" name="TextBox 12"/>
          <p:cNvSpPr txBox="1">
            <a:spLocks noChangeArrowheads="1"/>
          </p:cNvSpPr>
          <p:nvPr/>
        </p:nvSpPr>
        <p:spPr bwMode="auto">
          <a:xfrm>
            <a:off x="-2423583" y="6581776"/>
            <a:ext cx="223943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900" dirty="0">
                <a:solidFill>
                  <a:srgbClr val="FFFFFF"/>
                </a:solidFill>
              </a:rPr>
              <a:t>White markers indicate position of  Drawing Guides</a:t>
            </a:r>
            <a:endParaRPr lang="en-US" sz="900" dirty="0">
              <a:solidFill>
                <a:srgbClr val="FFFFFF"/>
              </a:solidFill>
            </a:endParaRPr>
          </a:p>
        </p:txBody>
      </p:sp>
      <p:cxnSp>
        <p:nvCxnSpPr>
          <p:cNvPr id="8" name="Straight Arrow Connector 7"/>
          <p:cNvCxnSpPr/>
          <p:nvPr/>
        </p:nvCxnSpPr>
        <p:spPr>
          <a:xfrm>
            <a:off x="-1145117" y="12588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145117" y="7635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58568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6335184"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12" name="TextBox 17"/>
          <p:cNvSpPr txBox="1">
            <a:spLocks noChangeArrowheads="1"/>
          </p:cNvSpPr>
          <p:nvPr/>
        </p:nvSpPr>
        <p:spPr bwMode="auto">
          <a:xfrm>
            <a:off x="-1255183" y="896938"/>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7.40 cm</a:t>
            </a:r>
            <a:endParaRPr lang="en-US" sz="700">
              <a:solidFill>
                <a:srgbClr val="FFFFFF"/>
              </a:solidFill>
            </a:endParaRPr>
          </a:p>
          <a:p>
            <a:pPr algn="r">
              <a:spcAft>
                <a:spcPts val="300"/>
              </a:spcAft>
            </a:pPr>
            <a:r>
              <a:rPr lang="en-US" sz="700">
                <a:solidFill>
                  <a:srgbClr val="FFFFFF"/>
                </a:solidFill>
              </a:rPr>
              <a:t>2.91 Inches</a:t>
            </a:r>
            <a:endParaRPr lang="en-US" sz="700">
              <a:solidFill>
                <a:srgbClr val="FFFFFF"/>
              </a:solidFill>
            </a:endParaRPr>
          </a:p>
        </p:txBody>
      </p:sp>
      <p:sp>
        <p:nvSpPr>
          <p:cNvPr id="13" name="TextBox 18"/>
          <p:cNvSpPr txBox="1">
            <a:spLocks noChangeArrowheads="1"/>
          </p:cNvSpPr>
          <p:nvPr/>
        </p:nvSpPr>
        <p:spPr bwMode="auto">
          <a:xfrm>
            <a:off x="-1255183" y="13779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6.00 cm</a:t>
            </a:r>
            <a:endParaRPr lang="en-US" sz="700">
              <a:solidFill>
                <a:srgbClr val="FFFFFF"/>
              </a:solidFill>
            </a:endParaRPr>
          </a:p>
          <a:p>
            <a:pPr algn="r">
              <a:spcAft>
                <a:spcPts val="300"/>
              </a:spcAft>
            </a:pPr>
            <a:r>
              <a:rPr lang="en-US" sz="700">
                <a:solidFill>
                  <a:srgbClr val="FFFFFF"/>
                </a:solidFill>
              </a:rPr>
              <a:t>2.36 Inches</a:t>
            </a:r>
            <a:endParaRPr lang="en-US" sz="700">
              <a:solidFill>
                <a:srgbClr val="FFFFFF"/>
              </a:solidFill>
            </a:endParaRPr>
          </a:p>
        </p:txBody>
      </p:sp>
      <p:sp>
        <p:nvSpPr>
          <p:cNvPr id="14" name="TextBox 19"/>
          <p:cNvSpPr txBox="1">
            <a:spLocks noChangeArrowheads="1"/>
          </p:cNvSpPr>
          <p:nvPr/>
        </p:nvSpPr>
        <p:spPr bwMode="auto">
          <a:xfrm>
            <a:off x="-1255183" y="5921375"/>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dirty="0">
                <a:solidFill>
                  <a:srgbClr val="FFFFFF"/>
                </a:solidFill>
              </a:rPr>
              <a:t>8.00 cm</a:t>
            </a:r>
            <a:endParaRPr lang="en-US" sz="700" dirty="0">
              <a:solidFill>
                <a:srgbClr val="FFFFFF"/>
              </a:solidFill>
            </a:endParaRPr>
          </a:p>
          <a:p>
            <a:pPr algn="r">
              <a:spcAft>
                <a:spcPts val="300"/>
              </a:spcAft>
            </a:pPr>
            <a:r>
              <a:rPr lang="en-US" sz="700" dirty="0">
                <a:solidFill>
                  <a:srgbClr val="FFFFFF"/>
                </a:solidFill>
              </a:rPr>
              <a:t>3.15 Inches</a:t>
            </a:r>
            <a:endParaRPr lang="en-US" sz="700" dirty="0">
              <a:solidFill>
                <a:srgbClr val="FFFFFF"/>
              </a:solidFill>
            </a:endParaRPr>
          </a:p>
        </p:txBody>
      </p:sp>
      <p:sp>
        <p:nvSpPr>
          <p:cNvPr id="15" name="TextBox 20"/>
          <p:cNvSpPr txBox="1">
            <a:spLocks noChangeArrowheads="1"/>
          </p:cNvSpPr>
          <p:nvPr/>
        </p:nvSpPr>
        <p:spPr bwMode="auto">
          <a:xfrm>
            <a:off x="4783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pPr>
            <a:r>
              <a:rPr lang="en-US" sz="700">
                <a:solidFill>
                  <a:srgbClr val="FFFFFF"/>
                </a:solidFill>
                <a:sym typeface="Wingdings" panose="05000000000000000000" pitchFamily="2" charset="2"/>
              </a:rPr>
              <a:t></a:t>
            </a:r>
            <a:r>
              <a:rPr lang="en-US" sz="700">
                <a:solidFill>
                  <a:srgbClr val="FFFFFF"/>
                </a:solidFill>
              </a:rPr>
              <a:t>11.70 cm</a:t>
            </a:r>
            <a:endParaRPr lang="en-US" sz="700">
              <a:solidFill>
                <a:srgbClr val="FFFFFF"/>
              </a:solidFill>
            </a:endParaRPr>
          </a:p>
          <a:p>
            <a:pPr>
              <a:spcAft>
                <a:spcPts val="300"/>
              </a:spcAft>
            </a:pPr>
            <a:r>
              <a:rPr lang="en-US" sz="700">
                <a:solidFill>
                  <a:srgbClr val="FFFFFF"/>
                </a:solidFill>
                <a:sym typeface="Wingdings" panose="05000000000000000000" pitchFamily="2" charset="2"/>
              </a:rPr>
              <a:t> 4.61 inches</a:t>
            </a:r>
            <a:endParaRPr lang="en-US" sz="700">
              <a:solidFill>
                <a:srgbClr val="FFFFFF"/>
              </a:solidFill>
            </a:endParaRPr>
          </a:p>
        </p:txBody>
      </p:sp>
      <p:sp>
        <p:nvSpPr>
          <p:cNvPr id="16" name="TextBox 21"/>
          <p:cNvSpPr txBox="1">
            <a:spLocks noChangeArrowheads="1"/>
          </p:cNvSpPr>
          <p:nvPr/>
        </p:nvSpPr>
        <p:spPr bwMode="auto">
          <a:xfrm>
            <a:off x="47709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0.50 cm </a:t>
            </a:r>
            <a:r>
              <a:rPr lang="en-US" sz="700">
                <a:solidFill>
                  <a:srgbClr val="FFFFFF"/>
                </a:solidFill>
                <a:sym typeface="Wingdings" panose="05000000000000000000" pitchFamily="2" charset="2"/>
              </a:rPr>
              <a:t></a:t>
            </a:r>
            <a:endParaRPr lang="en-US" sz="700">
              <a:solidFill>
                <a:srgbClr val="FFFFFF"/>
              </a:solidFill>
              <a:sym typeface="Wingdings" panose="05000000000000000000" pitchFamily="2" charset="2"/>
            </a:endParaRPr>
          </a:p>
          <a:p>
            <a:pPr algn="r">
              <a:spcAft>
                <a:spcPts val="300"/>
              </a:spcAft>
            </a:pPr>
            <a:r>
              <a:rPr lang="en-US" sz="700">
                <a:solidFill>
                  <a:srgbClr val="FFFFFF"/>
                </a:solidFill>
                <a:sym typeface="Wingdings" panose="05000000000000000000" pitchFamily="2" charset="2"/>
              </a:rPr>
              <a:t>0.2 inches </a:t>
            </a:r>
            <a:endParaRPr lang="en-US" sz="700">
              <a:solidFill>
                <a:srgbClr val="FFFFFF"/>
              </a:solidFill>
            </a:endParaRPr>
          </a:p>
        </p:txBody>
      </p:sp>
      <p:sp>
        <p:nvSpPr>
          <p:cNvPr id="17" name="TextBox 22"/>
          <p:cNvSpPr txBox="1">
            <a:spLocks noChangeArrowheads="1"/>
          </p:cNvSpPr>
          <p:nvPr/>
        </p:nvSpPr>
        <p:spPr bwMode="auto">
          <a:xfrm>
            <a:off x="6350001"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buFont typeface="Wingdings" panose="05000000000000000000" pitchFamily="2" charset="2"/>
              <a:buChar char="ß"/>
            </a:pPr>
            <a:r>
              <a:rPr lang="en-US" sz="700">
                <a:solidFill>
                  <a:srgbClr val="FFFFFF"/>
                </a:solidFill>
              </a:rPr>
              <a:t>0.50 cm</a:t>
            </a:r>
            <a:endParaRPr lang="en-US" sz="700">
              <a:solidFill>
                <a:srgbClr val="FFFFFF"/>
              </a:solidFill>
            </a:endParaRPr>
          </a:p>
          <a:p>
            <a:pPr>
              <a:spcAft>
                <a:spcPts val="300"/>
              </a:spcAft>
            </a:pPr>
            <a:r>
              <a:rPr lang="en-US" sz="700">
                <a:solidFill>
                  <a:srgbClr val="FFFFFF"/>
                </a:solidFill>
                <a:sym typeface="Wingdings" panose="05000000000000000000" pitchFamily="2" charset="2"/>
              </a:rPr>
              <a:t> 0.2 inches</a:t>
            </a:r>
            <a:endParaRPr lang="en-US" sz="700">
              <a:solidFill>
                <a:srgbClr val="FFFFFF"/>
              </a:solidFill>
            </a:endParaRPr>
          </a:p>
        </p:txBody>
      </p:sp>
      <p:sp>
        <p:nvSpPr>
          <p:cNvPr id="18" name="TextBox 23"/>
          <p:cNvSpPr txBox="1">
            <a:spLocks noChangeArrowheads="1"/>
          </p:cNvSpPr>
          <p:nvPr/>
        </p:nvSpPr>
        <p:spPr bwMode="auto">
          <a:xfrm>
            <a:off x="10627785"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11.70 cm </a:t>
            </a:r>
            <a:r>
              <a:rPr lang="en-US" sz="700">
                <a:solidFill>
                  <a:srgbClr val="FFFFFF"/>
                </a:solidFill>
                <a:sym typeface="Wingdings" panose="05000000000000000000" pitchFamily="2" charset="2"/>
              </a:rPr>
              <a:t></a:t>
            </a:r>
            <a:endParaRPr lang="en-US" sz="700">
              <a:solidFill>
                <a:srgbClr val="FFFFFF"/>
              </a:solidFill>
            </a:endParaRPr>
          </a:p>
          <a:p>
            <a:pPr algn="r">
              <a:spcAft>
                <a:spcPts val="300"/>
              </a:spcAft>
            </a:pPr>
            <a:r>
              <a:rPr lang="en-US" sz="700">
                <a:solidFill>
                  <a:srgbClr val="FFFFFF"/>
                </a:solidFill>
                <a:sym typeface="Wingdings" panose="05000000000000000000" pitchFamily="2" charset="2"/>
              </a:rPr>
              <a:t> 4.61 inches </a:t>
            </a:r>
            <a:endParaRPr lang="en-US" sz="700">
              <a:solidFill>
                <a:srgbClr val="FFFFFF"/>
              </a:solidFill>
            </a:endParaRPr>
          </a:p>
        </p:txBody>
      </p:sp>
      <p:cxnSp>
        <p:nvCxnSpPr>
          <p:cNvPr id="19" name="Straight Arrow Connector 18"/>
          <p:cNvCxnSpPr/>
          <p:nvPr/>
        </p:nvCxnSpPr>
        <p:spPr>
          <a:xfrm rot="5400000" flipH="1" flipV="1">
            <a:off x="-296863" y="1308630"/>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rot="5400000" flipH="1" flipV="1">
            <a:off x="-296863" y="811743"/>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rot="5400000" flipH="1" flipV="1">
            <a:off x="-296863" y="6240993"/>
            <a:ext cx="92075" cy="2117"/>
          </a:xfrm>
          <a:prstGeom prst="straightConnector1">
            <a:avLst/>
          </a:prstGeom>
          <a:ln w="3175">
            <a:solidFill>
              <a:schemeClr val="bg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22" name="AutoShape 4"/>
          <p:cNvSpPr/>
          <p:nvPr/>
        </p:nvSpPr>
        <p:spPr bwMode="gray">
          <a:xfrm>
            <a:off x="-2055284" y="0"/>
            <a:ext cx="1871133" cy="584775"/>
          </a:xfrm>
          <a:prstGeom prst="rect">
            <a:avLst/>
          </a:prstGeom>
          <a:noFill/>
          <a:ln w="12700" algn="ctr">
            <a:noFill/>
            <a:miter lim="800000"/>
          </a:ln>
          <a:effectLst/>
        </p:spPr>
        <p:txBody>
          <a:bodyPr lIns="0" tIns="0" rIns="0" bIns="0">
            <a:spAutoFit/>
          </a:bodyPr>
          <a:lstStyle/>
          <a:p>
            <a:pPr>
              <a:defRPr/>
            </a:pPr>
            <a:r>
              <a:rPr lang="en-US" sz="700" b="1" dirty="0">
                <a:solidFill>
                  <a:srgbClr val="FFFFFF"/>
                </a:solidFill>
              </a:rPr>
              <a:t>To view  drawing guides:</a:t>
            </a:r>
            <a:endParaRPr lang="en-US" sz="700" b="1" dirty="0">
              <a:solidFill>
                <a:srgbClr val="FFFFFF"/>
              </a:solidFill>
            </a:endParaRPr>
          </a:p>
          <a:p>
            <a:pPr>
              <a:defRPr/>
            </a:pPr>
            <a:endParaRPr lang="en-US" sz="300" b="1" dirty="0">
              <a:solidFill>
                <a:srgbClr val="FFFFFF"/>
              </a:solidFill>
            </a:endParaRPr>
          </a:p>
          <a:p>
            <a:pPr marL="180975" indent="-180975">
              <a:buFont typeface="+mj-lt"/>
              <a:buAutoNum type="arabicPeriod"/>
              <a:defRPr/>
            </a:pPr>
            <a:r>
              <a:rPr lang="en-US" sz="700" dirty="0">
                <a:solidFill>
                  <a:srgbClr val="FFFFFF"/>
                </a:solidFill>
              </a:rPr>
              <a:t>Right-click on slide and select ’Grid and Guides...’</a:t>
            </a:r>
            <a:endParaRPr lang="en-US" sz="700" dirty="0">
              <a:solidFill>
                <a:srgbClr val="FFFFFF"/>
              </a:solidFill>
            </a:endParaRPr>
          </a:p>
          <a:p>
            <a:pPr marL="180975" indent="-180975">
              <a:buFont typeface="+mj-lt"/>
              <a:buAutoNum type="arabicPeriod"/>
              <a:defRPr/>
            </a:pPr>
            <a:r>
              <a:rPr lang="en-US" sz="700" dirty="0">
                <a:solidFill>
                  <a:srgbClr val="FFFFFF"/>
                </a:solidFill>
              </a:rPr>
              <a:t>Check ’Display drawing guides on screen’</a:t>
            </a:r>
            <a:endParaRPr lang="en-US" sz="700" dirty="0">
              <a:solidFill>
                <a:srgbClr val="FFFFFF"/>
              </a:solidFill>
            </a:endParaRPr>
          </a:p>
          <a:p>
            <a:pPr marL="180975" indent="-180975">
              <a:buFont typeface="+mj-lt"/>
              <a:buAutoNum type="arabicPeriod"/>
              <a:defRPr/>
            </a:pPr>
            <a:r>
              <a:rPr lang="en-US" sz="700" dirty="0">
                <a:solidFill>
                  <a:srgbClr val="FFFFFF"/>
                </a:solidFill>
              </a:rPr>
              <a:t>Select ’OK’</a:t>
            </a:r>
            <a:endParaRPr lang="en-US" sz="700" dirty="0">
              <a:solidFill>
                <a:srgbClr val="FFFFFF"/>
              </a:solidFill>
            </a:endParaRPr>
          </a:p>
        </p:txBody>
      </p:sp>
      <p:sp>
        <p:nvSpPr>
          <p:cNvPr id="40" name="矩形 39"/>
          <p:cNvSpPr/>
          <p:nvPr userDrawn="1"/>
        </p:nvSpPr>
        <p:spPr>
          <a:xfrm>
            <a:off x="383647"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41" name="矩形 40"/>
          <p:cNvSpPr/>
          <p:nvPr userDrawn="1"/>
        </p:nvSpPr>
        <p:spPr>
          <a:xfrm>
            <a:off x="191344"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grpSp>
        <p:nvGrpSpPr>
          <p:cNvPr id="69" name="组合 68"/>
          <p:cNvGrpSpPr>
            <a:grpSpLocks noChangeAspect="1"/>
          </p:cNvGrpSpPr>
          <p:nvPr userDrawn="1"/>
        </p:nvGrpSpPr>
        <p:grpSpPr>
          <a:xfrm>
            <a:off x="11036334" y="371250"/>
            <a:ext cx="971869" cy="537470"/>
            <a:chOff x="10728252" y="116959"/>
            <a:chExt cx="1293558" cy="715373"/>
          </a:xfrm>
          <a:solidFill>
            <a:srgbClr val="005BAD"/>
          </a:solidFill>
        </p:grpSpPr>
        <p:sp>
          <p:nvSpPr>
            <p:cNvPr id="70" name="ïSļíḋe"/>
            <p:cNvSpPr/>
            <p:nvPr userDrawn="1"/>
          </p:nvSpPr>
          <p:spPr bwMode="auto">
            <a:xfrm>
              <a:off x="10844646" y="498022"/>
              <a:ext cx="156074" cy="25047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1" name="îSḷîḓé"/>
            <p:cNvSpPr/>
            <p:nvPr userDrawn="1"/>
          </p:nvSpPr>
          <p:spPr bwMode="auto">
            <a:xfrm>
              <a:off x="10963687" y="498022"/>
              <a:ext cx="166655" cy="25047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2" name="işļïḑê"/>
            <p:cNvSpPr/>
            <p:nvPr userDrawn="1"/>
          </p:nvSpPr>
          <p:spPr bwMode="auto">
            <a:xfrm>
              <a:off x="10937233" y="650019"/>
              <a:ext cx="66134" cy="3211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3" name="iṣḷiḑè"/>
            <p:cNvSpPr/>
            <p:nvPr userDrawn="1"/>
          </p:nvSpPr>
          <p:spPr bwMode="auto">
            <a:xfrm>
              <a:off x="11088015" y="498022"/>
              <a:ext cx="158719" cy="25047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4" name="ïṣľídè"/>
            <p:cNvSpPr/>
            <p:nvPr userDrawn="1"/>
          </p:nvSpPr>
          <p:spPr bwMode="auto">
            <a:xfrm>
              <a:off x="11207055" y="498022"/>
              <a:ext cx="156074" cy="25047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rgbClr val="000000"/>
                </a:solidFill>
                <a:effectLst/>
                <a:uLnTx/>
                <a:uFillTx/>
                <a:latin typeface="Century Gothic" panose="020B0502020202020204"/>
                <a:ea typeface="微软雅黑" panose="020B0503020204020204" charset="-122"/>
              </a:endParaRPr>
            </a:p>
          </p:txBody>
        </p:sp>
        <p:sp>
          <p:nvSpPr>
            <p:cNvPr id="75" name="íSļîḓé"/>
            <p:cNvSpPr/>
            <p:nvPr userDrawn="1"/>
          </p:nvSpPr>
          <p:spPr bwMode="auto">
            <a:xfrm>
              <a:off x="11170020" y="714243"/>
              <a:ext cx="66134" cy="3425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6" name="iṩ1ídè"/>
            <p:cNvSpPr/>
            <p:nvPr userDrawn="1"/>
          </p:nvSpPr>
          <p:spPr bwMode="auto">
            <a:xfrm>
              <a:off x="10728252" y="116959"/>
              <a:ext cx="1293558" cy="700044"/>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7" name="ïşľíḑé"/>
            <p:cNvSpPr/>
            <p:nvPr userDrawn="1"/>
          </p:nvSpPr>
          <p:spPr bwMode="auto">
            <a:xfrm>
              <a:off x="11561527" y="472332"/>
              <a:ext cx="185172" cy="360000"/>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grpSp>
      <p:cxnSp>
        <p:nvCxnSpPr>
          <p:cNvPr id="81" name="直接连接符 23"/>
          <p:cNvCxnSpPr/>
          <p:nvPr userDrawn="1"/>
        </p:nvCxnSpPr>
        <p:spPr>
          <a:xfrm>
            <a:off x="0" y="908720"/>
            <a:ext cx="12192000" cy="12363"/>
          </a:xfrm>
          <a:prstGeom prst="line">
            <a:avLst/>
          </a:prstGeom>
          <a:noFill/>
          <a:ln w="6350" cap="flat" cmpd="sng" algn="ctr">
            <a:solidFill>
              <a:srgbClr val="005BAD">
                <a:alpha val="80000"/>
              </a:srgbClr>
            </a:solidFill>
            <a:prstDash val="solid"/>
            <a:miter lim="800000"/>
          </a:ln>
          <a:effectLst/>
        </p:spPr>
      </p:cxnSp>
      <p:cxnSp>
        <p:nvCxnSpPr>
          <p:cNvPr id="90" name="直接连接符 23"/>
          <p:cNvCxnSpPr/>
          <p:nvPr userDrawn="1"/>
        </p:nvCxnSpPr>
        <p:spPr>
          <a:xfrm>
            <a:off x="-2381" y="6512981"/>
            <a:ext cx="12192000" cy="12363"/>
          </a:xfrm>
          <a:prstGeom prst="line">
            <a:avLst/>
          </a:prstGeom>
          <a:noFill/>
          <a:ln w="6350" cap="flat" cmpd="sng" algn="ctr">
            <a:solidFill>
              <a:srgbClr val="005BAD">
                <a:alpha val="75000"/>
              </a:srgbClr>
            </a:solidFill>
            <a:prstDash val="solid"/>
            <a:miter lim="800000"/>
          </a:ln>
          <a:effectLst/>
        </p:spPr>
      </p:cxnSp>
      <p:sp>
        <p:nvSpPr>
          <p:cNvPr id="38" name="日期占位符 135"/>
          <p:cNvSpPr txBox="1"/>
          <p:nvPr userDrawn="1"/>
        </p:nvSpPr>
        <p:spPr>
          <a:xfrm>
            <a:off x="9048328" y="6555494"/>
            <a:ext cx="2883976" cy="267573"/>
          </a:xfrm>
          <a:prstGeom prst="rect">
            <a:avLst/>
          </a:prstGeom>
        </p:spPr>
        <p:txBody>
          <a:bodyPr anchor="ctr"/>
          <a:lstStyle>
            <a:defPPr>
              <a:defRPr lang="zh-CN"/>
            </a:defPPr>
            <a:lvl1pPr marL="0" algn="r"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dirty="0">
                <a:solidFill>
                  <a:srgbClr val="005BAD">
                    <a:alpha val="75000"/>
                  </a:srgbClr>
                </a:solidFill>
                <a:latin typeface="微软雅黑" panose="020B0503020204020204" charset="-122"/>
                <a:ea typeface="微软雅黑" panose="020B0503020204020204" charset="-122"/>
              </a:rPr>
              <a:t>华中科技大学电子信息与通信学院</a:t>
            </a:r>
            <a:endParaRPr lang="zh-CN" altLang="en-US" dirty="0">
              <a:solidFill>
                <a:srgbClr val="005BAD">
                  <a:alpha val="75000"/>
                </a:srgbClr>
              </a:solidFill>
              <a:latin typeface="微软雅黑" panose="020B0503020204020204" charset="-122"/>
              <a:ea typeface="微软雅黑" panose="020B0503020204020204" charset="-122"/>
            </a:endParaRPr>
          </a:p>
        </p:txBody>
      </p:sp>
      <p:sp>
        <p:nvSpPr>
          <p:cNvPr id="39" name="页脚占位符 136"/>
          <p:cNvSpPr txBox="1"/>
          <p:nvPr userDrawn="1"/>
        </p:nvSpPr>
        <p:spPr>
          <a:xfrm>
            <a:off x="187688" y="6552438"/>
            <a:ext cx="2880000" cy="273685"/>
          </a:xfrm>
          <a:prstGeom prst="rect">
            <a:avLst/>
          </a:prstGeom>
        </p:spPr>
        <p:txBody>
          <a:bodyPr vert="horz" lIns="91440" tIns="45720" rIns="91440" bIns="45720" rtlCol="0" anchor="ctr"/>
          <a:lstStyle>
            <a:defPPr>
              <a:defRPr lang="zh-CN"/>
            </a:defPPr>
            <a:lvl1pPr marL="0" algn="dist"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rgbClr val="005BAD">
                    <a:alpha val="75000"/>
                  </a:srgbClr>
                </a:solidFill>
                <a:latin typeface="微软雅黑" panose="020B0503020204020204" charset="-122"/>
                <a:ea typeface="微软雅黑" panose="020B0503020204020204" charset="-122"/>
              </a:rPr>
              <a:t>明德厚学 求是创新</a:t>
            </a:r>
            <a:endParaRPr lang="zh-CN" altLang="en-US" dirty="0">
              <a:solidFill>
                <a:srgbClr val="005BAD">
                  <a:alpha val="75000"/>
                </a:srgbClr>
              </a:solidFill>
              <a:latin typeface="微软雅黑" panose="020B0503020204020204" charset="-122"/>
              <a:ea typeface="微软雅黑" panose="020B0503020204020204" charset="-122"/>
            </a:endParaRPr>
          </a:p>
        </p:txBody>
      </p:sp>
      <p:sp>
        <p:nvSpPr>
          <p:cNvPr id="42" name="Slide Number Placeholder 5"/>
          <p:cNvSpPr txBox="1"/>
          <p:nvPr userDrawn="1"/>
        </p:nvSpPr>
        <p:spPr>
          <a:xfrm>
            <a:off x="5853936" y="6626574"/>
            <a:ext cx="480484" cy="125413"/>
          </a:xfrm>
          <a:prstGeom prst="rect">
            <a:avLst/>
          </a:prstGeom>
        </p:spPr>
        <p:txBody>
          <a:bodyPr vert="horz" lIns="0" tIns="0" rIns="0" bIns="0" rtlCol="0" anchor="b" anchorCtr="0">
            <a:noAutofit/>
          </a:bodyPr>
          <a:lstStyle>
            <a:defPPr>
              <a:defRPr lang="en-US"/>
            </a:defPPr>
            <a:lvl1pPr marL="0" algn="l" defTabSz="914400" rtl="0" eaLnBrk="1" fontAlgn="auto" latinLnBrk="0" hangingPunct="1">
              <a:spcBef>
                <a:spcPts val="0"/>
              </a:spcBef>
              <a:spcAft>
                <a:spcPts val="0"/>
              </a:spcAft>
              <a:defRPr sz="1000" b="1" kern="1200" smtClean="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73DA0BB7-265A-403C-9275-D587AB510EDC}" type="slidenum">
              <a:rPr lang="zh-TW" altLang="en-US" b="0" smtClean="0">
                <a:solidFill>
                  <a:srgbClr val="005BAD">
                    <a:alpha val="75000"/>
                  </a:srgbClr>
                </a:solidFill>
                <a:latin typeface="微软雅黑" panose="020B0503020204020204" charset="-122"/>
                <a:ea typeface="微软雅黑" panose="020B0503020204020204" charset="-122"/>
              </a:rPr>
            </a:fld>
            <a:endParaRPr lang="zh-TW" altLang="en-US" b="0" dirty="0">
              <a:solidFill>
                <a:srgbClr val="005BAD">
                  <a:alpha val="75000"/>
                </a:srgbClr>
              </a:solidFill>
              <a:latin typeface="微软雅黑" panose="020B0503020204020204" charset="-122"/>
              <a:ea typeface="微软雅黑" panose="020B0503020204020204" charset="-122"/>
            </a:endParaRPr>
          </a:p>
        </p:txBody>
      </p:sp>
      <p:sp>
        <p:nvSpPr>
          <p:cNvPr id="43" name="Title 1"/>
          <p:cNvSpPr>
            <a:spLocks noGrp="1"/>
          </p:cNvSpPr>
          <p:nvPr>
            <p:ph type="title"/>
          </p:nvPr>
        </p:nvSpPr>
        <p:spPr>
          <a:xfrm>
            <a:off x="671647" y="395289"/>
            <a:ext cx="10209277" cy="430887"/>
          </a:xfrm>
        </p:spPr>
        <p:txBody>
          <a:bodyPr lIns="108000"/>
          <a:lstStyle>
            <a:lvl1pPr>
              <a:defRPr sz="2800" b="1">
                <a:latin typeface="微软雅黑" panose="020B0503020204020204" charset="-122"/>
                <a:ea typeface="微软雅黑" panose="020B0503020204020204" charset="-122"/>
              </a:defRPr>
            </a:lvl1pPr>
          </a:lstStyle>
          <a:p>
            <a:r>
              <a:rPr lang="zh-CN" altLang="en-US" noProof="0" dirty="0"/>
              <a:t>单击此处编辑母版标题样式</a:t>
            </a:r>
            <a:endParaRPr lang="en-US" noProof="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纯标题-无页码">
    <p:spTree>
      <p:nvGrpSpPr>
        <p:cNvPr id="1" name=""/>
        <p:cNvGrpSpPr/>
        <p:nvPr/>
      </p:nvGrpSpPr>
      <p:grpSpPr>
        <a:xfrm>
          <a:off x="0" y="0"/>
          <a:ext cx="0" cy="0"/>
          <a:chOff x="0" y="0"/>
          <a:chExt cx="0" cy="0"/>
        </a:xfrm>
      </p:grpSpPr>
      <p:cxnSp>
        <p:nvCxnSpPr>
          <p:cNvPr id="4" name="Straight Arrow Connector 3"/>
          <p:cNvCxnSpPr/>
          <p:nvPr/>
        </p:nvCxnSpPr>
        <p:spPr>
          <a:xfrm>
            <a:off x="-1145117" y="6303964"/>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5" name="Straight Arrow Connector 4"/>
          <p:cNvCxnSpPr/>
          <p:nvPr/>
        </p:nvCxnSpPr>
        <p:spPr>
          <a:xfrm>
            <a:off x="4720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a:off x="11703051"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7" name="TextBox 12"/>
          <p:cNvSpPr txBox="1">
            <a:spLocks noChangeArrowheads="1"/>
          </p:cNvSpPr>
          <p:nvPr/>
        </p:nvSpPr>
        <p:spPr bwMode="auto">
          <a:xfrm>
            <a:off x="-2423583" y="6581776"/>
            <a:ext cx="223943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900" dirty="0">
                <a:solidFill>
                  <a:srgbClr val="FFFFFF"/>
                </a:solidFill>
              </a:rPr>
              <a:t>White markers indicate position of  Drawing Guides</a:t>
            </a:r>
            <a:endParaRPr lang="en-US" sz="900" dirty="0">
              <a:solidFill>
                <a:srgbClr val="FFFFFF"/>
              </a:solidFill>
            </a:endParaRPr>
          </a:p>
        </p:txBody>
      </p:sp>
      <p:cxnSp>
        <p:nvCxnSpPr>
          <p:cNvPr id="8" name="Straight Arrow Connector 7"/>
          <p:cNvCxnSpPr/>
          <p:nvPr/>
        </p:nvCxnSpPr>
        <p:spPr>
          <a:xfrm>
            <a:off x="-1145117" y="12588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145117" y="7635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58568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6335184"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12" name="TextBox 17"/>
          <p:cNvSpPr txBox="1">
            <a:spLocks noChangeArrowheads="1"/>
          </p:cNvSpPr>
          <p:nvPr/>
        </p:nvSpPr>
        <p:spPr bwMode="auto">
          <a:xfrm>
            <a:off x="-1255183" y="896938"/>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7.40 cm</a:t>
            </a:r>
            <a:endParaRPr lang="en-US" sz="700">
              <a:solidFill>
                <a:srgbClr val="FFFFFF"/>
              </a:solidFill>
            </a:endParaRPr>
          </a:p>
          <a:p>
            <a:pPr algn="r">
              <a:spcAft>
                <a:spcPts val="300"/>
              </a:spcAft>
            </a:pPr>
            <a:r>
              <a:rPr lang="en-US" sz="700">
                <a:solidFill>
                  <a:srgbClr val="FFFFFF"/>
                </a:solidFill>
              </a:rPr>
              <a:t>2.91 Inches</a:t>
            </a:r>
            <a:endParaRPr lang="en-US" sz="700">
              <a:solidFill>
                <a:srgbClr val="FFFFFF"/>
              </a:solidFill>
            </a:endParaRPr>
          </a:p>
        </p:txBody>
      </p:sp>
      <p:sp>
        <p:nvSpPr>
          <p:cNvPr id="13" name="TextBox 18"/>
          <p:cNvSpPr txBox="1">
            <a:spLocks noChangeArrowheads="1"/>
          </p:cNvSpPr>
          <p:nvPr/>
        </p:nvSpPr>
        <p:spPr bwMode="auto">
          <a:xfrm>
            <a:off x="-1255183" y="13779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6.00 cm</a:t>
            </a:r>
            <a:endParaRPr lang="en-US" sz="700">
              <a:solidFill>
                <a:srgbClr val="FFFFFF"/>
              </a:solidFill>
            </a:endParaRPr>
          </a:p>
          <a:p>
            <a:pPr algn="r">
              <a:spcAft>
                <a:spcPts val="300"/>
              </a:spcAft>
            </a:pPr>
            <a:r>
              <a:rPr lang="en-US" sz="700">
                <a:solidFill>
                  <a:srgbClr val="FFFFFF"/>
                </a:solidFill>
              </a:rPr>
              <a:t>2.36 Inches</a:t>
            </a:r>
            <a:endParaRPr lang="en-US" sz="700">
              <a:solidFill>
                <a:srgbClr val="FFFFFF"/>
              </a:solidFill>
            </a:endParaRPr>
          </a:p>
        </p:txBody>
      </p:sp>
      <p:sp>
        <p:nvSpPr>
          <p:cNvPr id="14" name="TextBox 19"/>
          <p:cNvSpPr txBox="1">
            <a:spLocks noChangeArrowheads="1"/>
          </p:cNvSpPr>
          <p:nvPr/>
        </p:nvSpPr>
        <p:spPr bwMode="auto">
          <a:xfrm>
            <a:off x="-1255183" y="5921375"/>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dirty="0">
                <a:solidFill>
                  <a:srgbClr val="FFFFFF"/>
                </a:solidFill>
              </a:rPr>
              <a:t>8.00 cm</a:t>
            </a:r>
            <a:endParaRPr lang="en-US" sz="700" dirty="0">
              <a:solidFill>
                <a:srgbClr val="FFFFFF"/>
              </a:solidFill>
            </a:endParaRPr>
          </a:p>
          <a:p>
            <a:pPr algn="r">
              <a:spcAft>
                <a:spcPts val="300"/>
              </a:spcAft>
            </a:pPr>
            <a:r>
              <a:rPr lang="en-US" sz="700" dirty="0">
                <a:solidFill>
                  <a:srgbClr val="FFFFFF"/>
                </a:solidFill>
              </a:rPr>
              <a:t>3.15 Inches</a:t>
            </a:r>
            <a:endParaRPr lang="en-US" sz="700" dirty="0">
              <a:solidFill>
                <a:srgbClr val="FFFFFF"/>
              </a:solidFill>
            </a:endParaRPr>
          </a:p>
        </p:txBody>
      </p:sp>
      <p:sp>
        <p:nvSpPr>
          <p:cNvPr id="15" name="TextBox 20"/>
          <p:cNvSpPr txBox="1">
            <a:spLocks noChangeArrowheads="1"/>
          </p:cNvSpPr>
          <p:nvPr/>
        </p:nvSpPr>
        <p:spPr bwMode="auto">
          <a:xfrm>
            <a:off x="4783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pPr>
            <a:r>
              <a:rPr lang="en-US" sz="700">
                <a:solidFill>
                  <a:srgbClr val="FFFFFF"/>
                </a:solidFill>
                <a:sym typeface="Wingdings" panose="05000000000000000000" pitchFamily="2" charset="2"/>
              </a:rPr>
              <a:t></a:t>
            </a:r>
            <a:r>
              <a:rPr lang="en-US" sz="700">
                <a:solidFill>
                  <a:srgbClr val="FFFFFF"/>
                </a:solidFill>
              </a:rPr>
              <a:t>11.70 cm</a:t>
            </a:r>
            <a:endParaRPr lang="en-US" sz="700">
              <a:solidFill>
                <a:srgbClr val="FFFFFF"/>
              </a:solidFill>
            </a:endParaRPr>
          </a:p>
          <a:p>
            <a:pPr>
              <a:spcAft>
                <a:spcPts val="300"/>
              </a:spcAft>
            </a:pPr>
            <a:r>
              <a:rPr lang="en-US" sz="700">
                <a:solidFill>
                  <a:srgbClr val="FFFFFF"/>
                </a:solidFill>
                <a:sym typeface="Wingdings" panose="05000000000000000000" pitchFamily="2" charset="2"/>
              </a:rPr>
              <a:t> 4.61 inches</a:t>
            </a:r>
            <a:endParaRPr lang="en-US" sz="700">
              <a:solidFill>
                <a:srgbClr val="FFFFFF"/>
              </a:solidFill>
            </a:endParaRPr>
          </a:p>
        </p:txBody>
      </p:sp>
      <p:sp>
        <p:nvSpPr>
          <p:cNvPr id="16" name="TextBox 21"/>
          <p:cNvSpPr txBox="1">
            <a:spLocks noChangeArrowheads="1"/>
          </p:cNvSpPr>
          <p:nvPr/>
        </p:nvSpPr>
        <p:spPr bwMode="auto">
          <a:xfrm>
            <a:off x="47709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0.50 cm </a:t>
            </a:r>
            <a:r>
              <a:rPr lang="en-US" sz="700">
                <a:solidFill>
                  <a:srgbClr val="FFFFFF"/>
                </a:solidFill>
                <a:sym typeface="Wingdings" panose="05000000000000000000" pitchFamily="2" charset="2"/>
              </a:rPr>
              <a:t></a:t>
            </a:r>
            <a:endParaRPr lang="en-US" sz="700">
              <a:solidFill>
                <a:srgbClr val="FFFFFF"/>
              </a:solidFill>
              <a:sym typeface="Wingdings" panose="05000000000000000000" pitchFamily="2" charset="2"/>
            </a:endParaRPr>
          </a:p>
          <a:p>
            <a:pPr algn="r">
              <a:spcAft>
                <a:spcPts val="300"/>
              </a:spcAft>
            </a:pPr>
            <a:r>
              <a:rPr lang="en-US" sz="700">
                <a:solidFill>
                  <a:srgbClr val="FFFFFF"/>
                </a:solidFill>
                <a:sym typeface="Wingdings" panose="05000000000000000000" pitchFamily="2" charset="2"/>
              </a:rPr>
              <a:t>0.2 inches </a:t>
            </a:r>
            <a:endParaRPr lang="en-US" sz="700">
              <a:solidFill>
                <a:srgbClr val="FFFFFF"/>
              </a:solidFill>
            </a:endParaRPr>
          </a:p>
        </p:txBody>
      </p:sp>
      <p:sp>
        <p:nvSpPr>
          <p:cNvPr id="17" name="TextBox 22"/>
          <p:cNvSpPr txBox="1">
            <a:spLocks noChangeArrowheads="1"/>
          </p:cNvSpPr>
          <p:nvPr/>
        </p:nvSpPr>
        <p:spPr bwMode="auto">
          <a:xfrm>
            <a:off x="6350001"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buFont typeface="Wingdings" panose="05000000000000000000" pitchFamily="2" charset="2"/>
              <a:buChar char="ß"/>
            </a:pPr>
            <a:r>
              <a:rPr lang="en-US" sz="700">
                <a:solidFill>
                  <a:srgbClr val="FFFFFF"/>
                </a:solidFill>
              </a:rPr>
              <a:t>0.50 cm</a:t>
            </a:r>
            <a:endParaRPr lang="en-US" sz="700">
              <a:solidFill>
                <a:srgbClr val="FFFFFF"/>
              </a:solidFill>
            </a:endParaRPr>
          </a:p>
          <a:p>
            <a:pPr>
              <a:spcAft>
                <a:spcPts val="300"/>
              </a:spcAft>
            </a:pPr>
            <a:r>
              <a:rPr lang="en-US" sz="700">
                <a:solidFill>
                  <a:srgbClr val="FFFFFF"/>
                </a:solidFill>
                <a:sym typeface="Wingdings" panose="05000000000000000000" pitchFamily="2" charset="2"/>
              </a:rPr>
              <a:t> 0.2 inches</a:t>
            </a:r>
            <a:endParaRPr lang="en-US" sz="700">
              <a:solidFill>
                <a:srgbClr val="FFFFFF"/>
              </a:solidFill>
            </a:endParaRPr>
          </a:p>
        </p:txBody>
      </p:sp>
      <p:sp>
        <p:nvSpPr>
          <p:cNvPr id="18" name="TextBox 23"/>
          <p:cNvSpPr txBox="1">
            <a:spLocks noChangeArrowheads="1"/>
          </p:cNvSpPr>
          <p:nvPr/>
        </p:nvSpPr>
        <p:spPr bwMode="auto">
          <a:xfrm>
            <a:off x="10627785"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11.70 cm </a:t>
            </a:r>
            <a:r>
              <a:rPr lang="en-US" sz="700">
                <a:solidFill>
                  <a:srgbClr val="FFFFFF"/>
                </a:solidFill>
                <a:sym typeface="Wingdings" panose="05000000000000000000" pitchFamily="2" charset="2"/>
              </a:rPr>
              <a:t></a:t>
            </a:r>
            <a:endParaRPr lang="en-US" sz="700">
              <a:solidFill>
                <a:srgbClr val="FFFFFF"/>
              </a:solidFill>
            </a:endParaRPr>
          </a:p>
          <a:p>
            <a:pPr algn="r">
              <a:spcAft>
                <a:spcPts val="300"/>
              </a:spcAft>
            </a:pPr>
            <a:r>
              <a:rPr lang="en-US" sz="700">
                <a:solidFill>
                  <a:srgbClr val="FFFFFF"/>
                </a:solidFill>
                <a:sym typeface="Wingdings" panose="05000000000000000000" pitchFamily="2" charset="2"/>
              </a:rPr>
              <a:t> 4.61 inches </a:t>
            </a:r>
            <a:endParaRPr lang="en-US" sz="700">
              <a:solidFill>
                <a:srgbClr val="FFFFFF"/>
              </a:solidFill>
            </a:endParaRPr>
          </a:p>
        </p:txBody>
      </p:sp>
      <p:cxnSp>
        <p:nvCxnSpPr>
          <p:cNvPr id="19" name="Straight Arrow Connector 18"/>
          <p:cNvCxnSpPr/>
          <p:nvPr/>
        </p:nvCxnSpPr>
        <p:spPr>
          <a:xfrm rot="5400000" flipH="1" flipV="1">
            <a:off x="-296863" y="1308630"/>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rot="5400000" flipH="1" flipV="1">
            <a:off x="-296863" y="811743"/>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rot="5400000" flipH="1" flipV="1">
            <a:off x="-296863" y="6240993"/>
            <a:ext cx="92075" cy="2117"/>
          </a:xfrm>
          <a:prstGeom prst="straightConnector1">
            <a:avLst/>
          </a:prstGeom>
          <a:ln w="3175">
            <a:solidFill>
              <a:schemeClr val="bg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22" name="AutoShape 4"/>
          <p:cNvSpPr/>
          <p:nvPr/>
        </p:nvSpPr>
        <p:spPr bwMode="gray">
          <a:xfrm>
            <a:off x="-2055284" y="0"/>
            <a:ext cx="1871133" cy="584775"/>
          </a:xfrm>
          <a:prstGeom prst="rect">
            <a:avLst/>
          </a:prstGeom>
          <a:noFill/>
          <a:ln w="12700" algn="ctr">
            <a:noFill/>
            <a:miter lim="800000"/>
          </a:ln>
          <a:effectLst/>
        </p:spPr>
        <p:txBody>
          <a:bodyPr lIns="0" tIns="0" rIns="0" bIns="0">
            <a:spAutoFit/>
          </a:bodyPr>
          <a:lstStyle/>
          <a:p>
            <a:pPr>
              <a:defRPr/>
            </a:pPr>
            <a:r>
              <a:rPr lang="en-US" sz="700" b="1" dirty="0">
                <a:solidFill>
                  <a:srgbClr val="FFFFFF"/>
                </a:solidFill>
              </a:rPr>
              <a:t>To view  drawing guides:</a:t>
            </a:r>
            <a:endParaRPr lang="en-US" sz="700" b="1" dirty="0">
              <a:solidFill>
                <a:srgbClr val="FFFFFF"/>
              </a:solidFill>
            </a:endParaRPr>
          </a:p>
          <a:p>
            <a:pPr>
              <a:defRPr/>
            </a:pPr>
            <a:endParaRPr lang="en-US" sz="300" b="1" dirty="0">
              <a:solidFill>
                <a:srgbClr val="FFFFFF"/>
              </a:solidFill>
            </a:endParaRPr>
          </a:p>
          <a:p>
            <a:pPr marL="180975" indent="-180975">
              <a:buFont typeface="+mj-lt"/>
              <a:buAutoNum type="arabicPeriod"/>
              <a:defRPr/>
            </a:pPr>
            <a:r>
              <a:rPr lang="en-US" sz="700" dirty="0">
                <a:solidFill>
                  <a:srgbClr val="FFFFFF"/>
                </a:solidFill>
              </a:rPr>
              <a:t>Right-click on slide and select ’Grid and Guides...’</a:t>
            </a:r>
            <a:endParaRPr lang="en-US" sz="700" dirty="0">
              <a:solidFill>
                <a:srgbClr val="FFFFFF"/>
              </a:solidFill>
            </a:endParaRPr>
          </a:p>
          <a:p>
            <a:pPr marL="180975" indent="-180975">
              <a:buFont typeface="+mj-lt"/>
              <a:buAutoNum type="arabicPeriod"/>
              <a:defRPr/>
            </a:pPr>
            <a:r>
              <a:rPr lang="en-US" sz="700" dirty="0">
                <a:solidFill>
                  <a:srgbClr val="FFFFFF"/>
                </a:solidFill>
              </a:rPr>
              <a:t>Check ’Display drawing guides on screen’</a:t>
            </a:r>
            <a:endParaRPr lang="en-US" sz="700" dirty="0">
              <a:solidFill>
                <a:srgbClr val="FFFFFF"/>
              </a:solidFill>
            </a:endParaRPr>
          </a:p>
          <a:p>
            <a:pPr marL="180975" indent="-180975">
              <a:buFont typeface="+mj-lt"/>
              <a:buAutoNum type="arabicPeriod"/>
              <a:defRPr/>
            </a:pPr>
            <a:r>
              <a:rPr lang="en-US" sz="700" dirty="0">
                <a:solidFill>
                  <a:srgbClr val="FFFFFF"/>
                </a:solidFill>
              </a:rPr>
              <a:t>Select ’OK’</a:t>
            </a:r>
            <a:endParaRPr lang="en-US" sz="700" dirty="0">
              <a:solidFill>
                <a:srgbClr val="FFFFFF"/>
              </a:solidFill>
            </a:endParaRPr>
          </a:p>
        </p:txBody>
      </p:sp>
      <p:sp>
        <p:nvSpPr>
          <p:cNvPr id="40" name="矩形 39"/>
          <p:cNvSpPr/>
          <p:nvPr userDrawn="1"/>
        </p:nvSpPr>
        <p:spPr>
          <a:xfrm>
            <a:off x="383647"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41" name="矩形 40"/>
          <p:cNvSpPr/>
          <p:nvPr userDrawn="1"/>
        </p:nvSpPr>
        <p:spPr>
          <a:xfrm>
            <a:off x="191344"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grpSp>
        <p:nvGrpSpPr>
          <p:cNvPr id="69" name="组合 68"/>
          <p:cNvGrpSpPr>
            <a:grpSpLocks noChangeAspect="1"/>
          </p:cNvGrpSpPr>
          <p:nvPr userDrawn="1"/>
        </p:nvGrpSpPr>
        <p:grpSpPr>
          <a:xfrm>
            <a:off x="11036334" y="371250"/>
            <a:ext cx="971869" cy="537470"/>
            <a:chOff x="10728252" y="116959"/>
            <a:chExt cx="1293558" cy="715373"/>
          </a:xfrm>
          <a:solidFill>
            <a:srgbClr val="005BAD"/>
          </a:solidFill>
        </p:grpSpPr>
        <p:sp>
          <p:nvSpPr>
            <p:cNvPr id="70" name="ïSļíḋe"/>
            <p:cNvSpPr/>
            <p:nvPr userDrawn="1"/>
          </p:nvSpPr>
          <p:spPr bwMode="auto">
            <a:xfrm>
              <a:off x="10844646" y="498022"/>
              <a:ext cx="156074" cy="25047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1" name="îSḷîḓé"/>
            <p:cNvSpPr/>
            <p:nvPr userDrawn="1"/>
          </p:nvSpPr>
          <p:spPr bwMode="auto">
            <a:xfrm>
              <a:off x="10963687" y="498022"/>
              <a:ext cx="166655" cy="25047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2" name="işļïḑê"/>
            <p:cNvSpPr/>
            <p:nvPr userDrawn="1"/>
          </p:nvSpPr>
          <p:spPr bwMode="auto">
            <a:xfrm>
              <a:off x="10937233" y="650019"/>
              <a:ext cx="66134" cy="3211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3" name="iṣḷiḑè"/>
            <p:cNvSpPr/>
            <p:nvPr userDrawn="1"/>
          </p:nvSpPr>
          <p:spPr bwMode="auto">
            <a:xfrm>
              <a:off x="11088015" y="498022"/>
              <a:ext cx="158719" cy="25047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4" name="ïṣľídè"/>
            <p:cNvSpPr/>
            <p:nvPr userDrawn="1"/>
          </p:nvSpPr>
          <p:spPr bwMode="auto">
            <a:xfrm>
              <a:off x="11207055" y="498022"/>
              <a:ext cx="156074" cy="25047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rgbClr val="000000"/>
                </a:solidFill>
                <a:effectLst/>
                <a:uLnTx/>
                <a:uFillTx/>
                <a:latin typeface="Century Gothic" panose="020B0502020202020204"/>
                <a:ea typeface="微软雅黑" panose="020B0503020204020204" charset="-122"/>
              </a:endParaRPr>
            </a:p>
          </p:txBody>
        </p:sp>
        <p:sp>
          <p:nvSpPr>
            <p:cNvPr id="75" name="íSļîḓé"/>
            <p:cNvSpPr/>
            <p:nvPr userDrawn="1"/>
          </p:nvSpPr>
          <p:spPr bwMode="auto">
            <a:xfrm>
              <a:off x="11170020" y="714243"/>
              <a:ext cx="66134" cy="3425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6" name="iṩ1ídè"/>
            <p:cNvSpPr/>
            <p:nvPr userDrawn="1"/>
          </p:nvSpPr>
          <p:spPr bwMode="auto">
            <a:xfrm>
              <a:off x="10728252" y="116959"/>
              <a:ext cx="1293558" cy="700044"/>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7" name="ïşľíḑé"/>
            <p:cNvSpPr/>
            <p:nvPr userDrawn="1"/>
          </p:nvSpPr>
          <p:spPr bwMode="auto">
            <a:xfrm>
              <a:off x="11561527" y="472332"/>
              <a:ext cx="185172" cy="360000"/>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grpSp>
      <p:cxnSp>
        <p:nvCxnSpPr>
          <p:cNvPr id="81" name="直接连接符 23"/>
          <p:cNvCxnSpPr/>
          <p:nvPr userDrawn="1"/>
        </p:nvCxnSpPr>
        <p:spPr>
          <a:xfrm>
            <a:off x="0" y="908720"/>
            <a:ext cx="12192000" cy="12363"/>
          </a:xfrm>
          <a:prstGeom prst="line">
            <a:avLst/>
          </a:prstGeom>
          <a:noFill/>
          <a:ln w="6350" cap="flat" cmpd="sng" algn="ctr">
            <a:solidFill>
              <a:srgbClr val="005BAD">
                <a:alpha val="80000"/>
              </a:srgbClr>
            </a:solidFill>
            <a:prstDash val="solid"/>
            <a:miter lim="800000"/>
          </a:ln>
          <a:effectLst/>
        </p:spPr>
      </p:cxnSp>
      <p:cxnSp>
        <p:nvCxnSpPr>
          <p:cNvPr id="90" name="直接连接符 23"/>
          <p:cNvCxnSpPr/>
          <p:nvPr userDrawn="1"/>
        </p:nvCxnSpPr>
        <p:spPr>
          <a:xfrm>
            <a:off x="-2381" y="6512981"/>
            <a:ext cx="12192000" cy="12363"/>
          </a:xfrm>
          <a:prstGeom prst="line">
            <a:avLst/>
          </a:prstGeom>
          <a:noFill/>
          <a:ln w="6350" cap="flat" cmpd="sng" algn="ctr">
            <a:solidFill>
              <a:srgbClr val="005BAD">
                <a:alpha val="75000"/>
              </a:srgbClr>
            </a:solidFill>
            <a:prstDash val="solid"/>
            <a:miter lim="800000"/>
          </a:ln>
          <a:effectLst/>
        </p:spPr>
      </p:cxnSp>
      <p:sp>
        <p:nvSpPr>
          <p:cNvPr id="91" name="Title 1"/>
          <p:cNvSpPr>
            <a:spLocks noGrp="1"/>
          </p:cNvSpPr>
          <p:nvPr>
            <p:ph type="title"/>
          </p:nvPr>
        </p:nvSpPr>
        <p:spPr>
          <a:xfrm>
            <a:off x="671647" y="395289"/>
            <a:ext cx="10209277" cy="430887"/>
          </a:xfrm>
        </p:spPr>
        <p:txBody>
          <a:bodyPr lIns="108000"/>
          <a:lstStyle>
            <a:lvl1pPr>
              <a:defRPr sz="2800" b="1">
                <a:latin typeface="微软雅黑" panose="020B0503020204020204" charset="-122"/>
                <a:ea typeface="微软雅黑" panose="020B0503020204020204" charset="-122"/>
              </a:defRPr>
            </a:lvl1pPr>
          </a:lstStyle>
          <a:p>
            <a:r>
              <a:rPr lang="zh-CN" altLang="en-US" noProof="0" dirty="0"/>
              <a:t>单击此处编辑母版标题样式</a:t>
            </a:r>
            <a:endParaRPr lang="en-US" noProof="0" dirty="0"/>
          </a:p>
        </p:txBody>
      </p:sp>
      <p:sp>
        <p:nvSpPr>
          <p:cNvPr id="37" name="日期占位符 135"/>
          <p:cNvSpPr txBox="1"/>
          <p:nvPr userDrawn="1"/>
        </p:nvSpPr>
        <p:spPr>
          <a:xfrm>
            <a:off x="9048328" y="6555494"/>
            <a:ext cx="2883976" cy="267573"/>
          </a:xfrm>
          <a:prstGeom prst="rect">
            <a:avLst/>
          </a:prstGeom>
        </p:spPr>
        <p:txBody>
          <a:bodyPr anchor="ctr"/>
          <a:lstStyle>
            <a:defPPr>
              <a:defRPr lang="zh-CN"/>
            </a:defPPr>
            <a:lvl1pPr marL="0" algn="r"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dirty="0">
                <a:solidFill>
                  <a:srgbClr val="005BAD">
                    <a:alpha val="75000"/>
                  </a:srgbClr>
                </a:solidFill>
                <a:latin typeface="微软雅黑" panose="020B0503020204020204" charset="-122"/>
                <a:ea typeface="微软雅黑" panose="020B0503020204020204" charset="-122"/>
              </a:rPr>
              <a:t>华中科技大学电子信息与通信学院</a:t>
            </a:r>
            <a:endParaRPr lang="zh-CN" altLang="en-US" dirty="0">
              <a:solidFill>
                <a:srgbClr val="005BAD">
                  <a:alpha val="75000"/>
                </a:srgbClr>
              </a:solidFill>
              <a:latin typeface="微软雅黑" panose="020B0503020204020204" charset="-122"/>
              <a:ea typeface="微软雅黑" panose="020B0503020204020204" charset="-122"/>
            </a:endParaRPr>
          </a:p>
        </p:txBody>
      </p:sp>
      <p:sp>
        <p:nvSpPr>
          <p:cNvPr id="38" name="页脚占位符 136"/>
          <p:cNvSpPr txBox="1"/>
          <p:nvPr userDrawn="1"/>
        </p:nvSpPr>
        <p:spPr>
          <a:xfrm>
            <a:off x="187688" y="6552438"/>
            <a:ext cx="2880000" cy="273685"/>
          </a:xfrm>
          <a:prstGeom prst="rect">
            <a:avLst/>
          </a:prstGeom>
        </p:spPr>
        <p:txBody>
          <a:bodyPr vert="horz" lIns="91440" tIns="45720" rIns="91440" bIns="45720" rtlCol="0" anchor="ctr"/>
          <a:lstStyle>
            <a:defPPr>
              <a:defRPr lang="zh-CN"/>
            </a:defPPr>
            <a:lvl1pPr marL="0" algn="dist"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rgbClr val="005BAD">
                    <a:alpha val="75000"/>
                  </a:srgbClr>
                </a:solidFill>
                <a:latin typeface="微软雅黑" panose="020B0503020204020204" charset="-122"/>
                <a:ea typeface="微软雅黑" panose="020B0503020204020204" charset="-122"/>
              </a:rPr>
              <a:t>明德厚学 求是创新</a:t>
            </a:r>
            <a:endParaRPr lang="zh-CN" altLang="en-US" dirty="0">
              <a:solidFill>
                <a:srgbClr val="005BAD">
                  <a:alpha val="75000"/>
                </a:srgbClr>
              </a:solidFill>
              <a:latin typeface="微软雅黑" panose="020B0503020204020204" charset="-122"/>
              <a:ea typeface="微软雅黑" panose="020B050302020402020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两栏单标题">
    <p:spTree>
      <p:nvGrpSpPr>
        <p:cNvPr id="1" name=""/>
        <p:cNvGrpSpPr/>
        <p:nvPr/>
      </p:nvGrpSpPr>
      <p:grpSpPr>
        <a:xfrm>
          <a:off x="0" y="0"/>
          <a:ext cx="0" cy="0"/>
          <a:chOff x="0" y="0"/>
          <a:chExt cx="0" cy="0"/>
        </a:xfrm>
      </p:grpSpPr>
      <p:cxnSp>
        <p:nvCxnSpPr>
          <p:cNvPr id="6" name="Straight Arrow Connector 5"/>
          <p:cNvCxnSpPr/>
          <p:nvPr/>
        </p:nvCxnSpPr>
        <p:spPr>
          <a:xfrm>
            <a:off x="-1145117" y="6303964"/>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4720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11703051"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145117" y="12588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1145117" y="7635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58568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6335184"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13" name="TextBox 16"/>
          <p:cNvSpPr txBox="1">
            <a:spLocks noChangeArrowheads="1"/>
          </p:cNvSpPr>
          <p:nvPr/>
        </p:nvSpPr>
        <p:spPr bwMode="auto">
          <a:xfrm>
            <a:off x="-2423583" y="6581776"/>
            <a:ext cx="223943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900" dirty="0">
                <a:solidFill>
                  <a:srgbClr val="FFFFFF"/>
                </a:solidFill>
              </a:rPr>
              <a:t>White markers indicate position of  Drawing Guides</a:t>
            </a:r>
            <a:endParaRPr lang="en-US" sz="900" dirty="0">
              <a:solidFill>
                <a:srgbClr val="FFFFFF"/>
              </a:solidFill>
            </a:endParaRPr>
          </a:p>
        </p:txBody>
      </p:sp>
      <p:sp>
        <p:nvSpPr>
          <p:cNvPr id="14" name="TextBox 17"/>
          <p:cNvSpPr txBox="1">
            <a:spLocks noChangeArrowheads="1"/>
          </p:cNvSpPr>
          <p:nvPr/>
        </p:nvSpPr>
        <p:spPr bwMode="auto">
          <a:xfrm>
            <a:off x="-1255183" y="896938"/>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7.40 cm</a:t>
            </a:r>
            <a:endParaRPr lang="en-US" sz="700">
              <a:solidFill>
                <a:srgbClr val="FFFFFF"/>
              </a:solidFill>
            </a:endParaRPr>
          </a:p>
          <a:p>
            <a:pPr algn="r">
              <a:spcAft>
                <a:spcPts val="300"/>
              </a:spcAft>
            </a:pPr>
            <a:r>
              <a:rPr lang="en-US" sz="700">
                <a:solidFill>
                  <a:srgbClr val="FFFFFF"/>
                </a:solidFill>
              </a:rPr>
              <a:t>2.91 Inches</a:t>
            </a:r>
            <a:endParaRPr lang="en-US" sz="700">
              <a:solidFill>
                <a:srgbClr val="FFFFFF"/>
              </a:solidFill>
            </a:endParaRPr>
          </a:p>
        </p:txBody>
      </p:sp>
      <p:sp>
        <p:nvSpPr>
          <p:cNvPr id="16" name="TextBox 18"/>
          <p:cNvSpPr txBox="1">
            <a:spLocks noChangeArrowheads="1"/>
          </p:cNvSpPr>
          <p:nvPr/>
        </p:nvSpPr>
        <p:spPr bwMode="auto">
          <a:xfrm>
            <a:off x="-1255183" y="13779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6.00 cm</a:t>
            </a:r>
            <a:endParaRPr lang="en-US" sz="700">
              <a:solidFill>
                <a:srgbClr val="FFFFFF"/>
              </a:solidFill>
            </a:endParaRPr>
          </a:p>
          <a:p>
            <a:pPr algn="r">
              <a:spcAft>
                <a:spcPts val="300"/>
              </a:spcAft>
            </a:pPr>
            <a:r>
              <a:rPr lang="en-US" sz="700">
                <a:solidFill>
                  <a:srgbClr val="FFFFFF"/>
                </a:solidFill>
              </a:rPr>
              <a:t>2.36 Inches</a:t>
            </a:r>
            <a:endParaRPr lang="en-US" sz="700">
              <a:solidFill>
                <a:srgbClr val="FFFFFF"/>
              </a:solidFill>
            </a:endParaRPr>
          </a:p>
        </p:txBody>
      </p:sp>
      <p:sp>
        <p:nvSpPr>
          <p:cNvPr id="17" name="TextBox 19"/>
          <p:cNvSpPr txBox="1">
            <a:spLocks noChangeArrowheads="1"/>
          </p:cNvSpPr>
          <p:nvPr/>
        </p:nvSpPr>
        <p:spPr bwMode="auto">
          <a:xfrm>
            <a:off x="-1255183" y="5921375"/>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8.00 cm</a:t>
            </a:r>
            <a:endParaRPr lang="en-US" sz="700">
              <a:solidFill>
                <a:srgbClr val="FFFFFF"/>
              </a:solidFill>
            </a:endParaRPr>
          </a:p>
          <a:p>
            <a:pPr algn="r">
              <a:spcAft>
                <a:spcPts val="300"/>
              </a:spcAft>
            </a:pPr>
            <a:r>
              <a:rPr lang="en-US" sz="700">
                <a:solidFill>
                  <a:srgbClr val="FFFFFF"/>
                </a:solidFill>
              </a:rPr>
              <a:t>3.15 Inches</a:t>
            </a:r>
            <a:endParaRPr lang="en-US" sz="700">
              <a:solidFill>
                <a:srgbClr val="FFFFFF"/>
              </a:solidFill>
            </a:endParaRPr>
          </a:p>
        </p:txBody>
      </p:sp>
      <p:sp>
        <p:nvSpPr>
          <p:cNvPr id="18" name="TextBox 20"/>
          <p:cNvSpPr txBox="1">
            <a:spLocks noChangeArrowheads="1"/>
          </p:cNvSpPr>
          <p:nvPr/>
        </p:nvSpPr>
        <p:spPr bwMode="auto">
          <a:xfrm>
            <a:off x="4783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pPr>
            <a:r>
              <a:rPr lang="en-US" sz="700">
                <a:solidFill>
                  <a:srgbClr val="FFFFFF"/>
                </a:solidFill>
                <a:sym typeface="Wingdings" panose="05000000000000000000" pitchFamily="2" charset="2"/>
              </a:rPr>
              <a:t></a:t>
            </a:r>
            <a:r>
              <a:rPr lang="en-US" sz="700">
                <a:solidFill>
                  <a:srgbClr val="FFFFFF"/>
                </a:solidFill>
              </a:rPr>
              <a:t>11.70 cm</a:t>
            </a:r>
            <a:endParaRPr lang="en-US" sz="700">
              <a:solidFill>
                <a:srgbClr val="FFFFFF"/>
              </a:solidFill>
            </a:endParaRPr>
          </a:p>
          <a:p>
            <a:pPr>
              <a:spcAft>
                <a:spcPts val="300"/>
              </a:spcAft>
            </a:pPr>
            <a:r>
              <a:rPr lang="en-US" sz="700">
                <a:solidFill>
                  <a:srgbClr val="FFFFFF"/>
                </a:solidFill>
                <a:sym typeface="Wingdings" panose="05000000000000000000" pitchFamily="2" charset="2"/>
              </a:rPr>
              <a:t> 4.61 inches</a:t>
            </a:r>
            <a:endParaRPr lang="en-US" sz="700">
              <a:solidFill>
                <a:srgbClr val="FFFFFF"/>
              </a:solidFill>
            </a:endParaRPr>
          </a:p>
        </p:txBody>
      </p:sp>
      <p:sp>
        <p:nvSpPr>
          <p:cNvPr id="19" name="TextBox 21"/>
          <p:cNvSpPr txBox="1">
            <a:spLocks noChangeArrowheads="1"/>
          </p:cNvSpPr>
          <p:nvPr/>
        </p:nvSpPr>
        <p:spPr bwMode="auto">
          <a:xfrm>
            <a:off x="47709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0.50 cm </a:t>
            </a:r>
            <a:r>
              <a:rPr lang="en-US" sz="700">
                <a:solidFill>
                  <a:srgbClr val="FFFFFF"/>
                </a:solidFill>
                <a:sym typeface="Wingdings" panose="05000000000000000000" pitchFamily="2" charset="2"/>
              </a:rPr>
              <a:t></a:t>
            </a:r>
            <a:endParaRPr lang="en-US" sz="700">
              <a:solidFill>
                <a:srgbClr val="FFFFFF"/>
              </a:solidFill>
              <a:sym typeface="Wingdings" panose="05000000000000000000" pitchFamily="2" charset="2"/>
            </a:endParaRPr>
          </a:p>
          <a:p>
            <a:pPr algn="r">
              <a:spcAft>
                <a:spcPts val="300"/>
              </a:spcAft>
            </a:pPr>
            <a:r>
              <a:rPr lang="en-US" sz="700">
                <a:solidFill>
                  <a:srgbClr val="FFFFFF"/>
                </a:solidFill>
                <a:sym typeface="Wingdings" panose="05000000000000000000" pitchFamily="2" charset="2"/>
              </a:rPr>
              <a:t>0.2 inches </a:t>
            </a:r>
            <a:endParaRPr lang="en-US" sz="700">
              <a:solidFill>
                <a:srgbClr val="FFFFFF"/>
              </a:solidFill>
            </a:endParaRPr>
          </a:p>
        </p:txBody>
      </p:sp>
      <p:sp>
        <p:nvSpPr>
          <p:cNvPr id="20" name="TextBox 22"/>
          <p:cNvSpPr txBox="1">
            <a:spLocks noChangeArrowheads="1"/>
          </p:cNvSpPr>
          <p:nvPr/>
        </p:nvSpPr>
        <p:spPr bwMode="auto">
          <a:xfrm>
            <a:off x="6350001"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buFont typeface="Wingdings" panose="05000000000000000000" pitchFamily="2" charset="2"/>
              <a:buChar char="ß"/>
            </a:pPr>
            <a:r>
              <a:rPr lang="en-US" sz="700">
                <a:solidFill>
                  <a:srgbClr val="FFFFFF"/>
                </a:solidFill>
              </a:rPr>
              <a:t>0.50 cm</a:t>
            </a:r>
            <a:endParaRPr lang="en-US" sz="700">
              <a:solidFill>
                <a:srgbClr val="FFFFFF"/>
              </a:solidFill>
            </a:endParaRPr>
          </a:p>
          <a:p>
            <a:pPr>
              <a:spcAft>
                <a:spcPts val="300"/>
              </a:spcAft>
            </a:pPr>
            <a:r>
              <a:rPr lang="en-US" sz="700">
                <a:solidFill>
                  <a:srgbClr val="FFFFFF"/>
                </a:solidFill>
                <a:sym typeface="Wingdings" panose="05000000000000000000" pitchFamily="2" charset="2"/>
              </a:rPr>
              <a:t> 0.2 inches</a:t>
            </a:r>
            <a:endParaRPr lang="en-US" sz="700">
              <a:solidFill>
                <a:srgbClr val="FFFFFF"/>
              </a:solidFill>
            </a:endParaRPr>
          </a:p>
        </p:txBody>
      </p:sp>
      <p:sp>
        <p:nvSpPr>
          <p:cNvPr id="21" name="TextBox 23"/>
          <p:cNvSpPr txBox="1">
            <a:spLocks noChangeArrowheads="1"/>
          </p:cNvSpPr>
          <p:nvPr/>
        </p:nvSpPr>
        <p:spPr bwMode="auto">
          <a:xfrm>
            <a:off x="10627785"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11.70 cm </a:t>
            </a:r>
            <a:r>
              <a:rPr lang="en-US" sz="700">
                <a:solidFill>
                  <a:srgbClr val="FFFFFF"/>
                </a:solidFill>
                <a:sym typeface="Wingdings" panose="05000000000000000000" pitchFamily="2" charset="2"/>
              </a:rPr>
              <a:t></a:t>
            </a:r>
            <a:endParaRPr lang="en-US" sz="700">
              <a:solidFill>
                <a:srgbClr val="FFFFFF"/>
              </a:solidFill>
            </a:endParaRPr>
          </a:p>
          <a:p>
            <a:pPr algn="r">
              <a:spcAft>
                <a:spcPts val="300"/>
              </a:spcAft>
            </a:pPr>
            <a:r>
              <a:rPr lang="en-US" sz="700">
                <a:solidFill>
                  <a:srgbClr val="FFFFFF"/>
                </a:solidFill>
                <a:sym typeface="Wingdings" panose="05000000000000000000" pitchFamily="2" charset="2"/>
              </a:rPr>
              <a:t> 4.61 inches </a:t>
            </a:r>
            <a:endParaRPr lang="en-US" sz="700">
              <a:solidFill>
                <a:srgbClr val="FFFFFF"/>
              </a:solidFill>
            </a:endParaRPr>
          </a:p>
        </p:txBody>
      </p:sp>
      <p:cxnSp>
        <p:nvCxnSpPr>
          <p:cNvPr id="22" name="Straight Arrow Connector 21"/>
          <p:cNvCxnSpPr/>
          <p:nvPr/>
        </p:nvCxnSpPr>
        <p:spPr>
          <a:xfrm rot="5400000" flipH="1" flipV="1">
            <a:off x="-296863" y="1308630"/>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rot="5400000" flipH="1" flipV="1">
            <a:off x="-296863" y="811743"/>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rot="5400000" flipH="1" flipV="1">
            <a:off x="-296863" y="6240993"/>
            <a:ext cx="92075" cy="2117"/>
          </a:xfrm>
          <a:prstGeom prst="straightConnector1">
            <a:avLst/>
          </a:prstGeom>
          <a:ln w="3175">
            <a:solidFill>
              <a:schemeClr val="bg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25" name="AutoShape 4"/>
          <p:cNvSpPr/>
          <p:nvPr/>
        </p:nvSpPr>
        <p:spPr bwMode="gray">
          <a:xfrm>
            <a:off x="-2055284" y="0"/>
            <a:ext cx="1871133" cy="584775"/>
          </a:xfrm>
          <a:prstGeom prst="rect">
            <a:avLst/>
          </a:prstGeom>
          <a:noFill/>
          <a:ln w="12700" algn="ctr">
            <a:noFill/>
            <a:miter lim="800000"/>
          </a:ln>
          <a:effectLst/>
        </p:spPr>
        <p:txBody>
          <a:bodyPr lIns="0" tIns="0" rIns="0" bIns="0">
            <a:spAutoFit/>
          </a:bodyPr>
          <a:lstStyle/>
          <a:p>
            <a:pPr>
              <a:defRPr/>
            </a:pPr>
            <a:r>
              <a:rPr lang="en-US" sz="700" b="1" dirty="0">
                <a:solidFill>
                  <a:srgbClr val="FFFFFF"/>
                </a:solidFill>
              </a:rPr>
              <a:t>To view  drawing guides:</a:t>
            </a:r>
            <a:endParaRPr lang="en-US" sz="700" b="1" dirty="0">
              <a:solidFill>
                <a:srgbClr val="FFFFFF"/>
              </a:solidFill>
            </a:endParaRPr>
          </a:p>
          <a:p>
            <a:pPr>
              <a:defRPr/>
            </a:pPr>
            <a:endParaRPr lang="en-US" sz="300" b="1" dirty="0">
              <a:solidFill>
                <a:srgbClr val="FFFFFF"/>
              </a:solidFill>
            </a:endParaRPr>
          </a:p>
          <a:p>
            <a:pPr marL="180975" indent="-180975">
              <a:buFont typeface="+mj-lt"/>
              <a:buAutoNum type="arabicPeriod"/>
              <a:defRPr/>
            </a:pPr>
            <a:r>
              <a:rPr lang="en-US" sz="700" dirty="0">
                <a:solidFill>
                  <a:srgbClr val="FFFFFF"/>
                </a:solidFill>
              </a:rPr>
              <a:t>Right-click on slide and select ’Grid and Guides...’</a:t>
            </a:r>
            <a:endParaRPr lang="en-US" sz="700" dirty="0">
              <a:solidFill>
                <a:srgbClr val="FFFFFF"/>
              </a:solidFill>
            </a:endParaRPr>
          </a:p>
          <a:p>
            <a:pPr marL="180975" indent="-180975">
              <a:buFont typeface="+mj-lt"/>
              <a:buAutoNum type="arabicPeriod"/>
              <a:defRPr/>
            </a:pPr>
            <a:r>
              <a:rPr lang="en-US" sz="700" dirty="0">
                <a:solidFill>
                  <a:srgbClr val="FFFFFF"/>
                </a:solidFill>
              </a:rPr>
              <a:t>Check ’Display drawing guides on screen’</a:t>
            </a:r>
            <a:endParaRPr lang="en-US" sz="700" dirty="0">
              <a:solidFill>
                <a:srgbClr val="FFFFFF"/>
              </a:solidFill>
            </a:endParaRPr>
          </a:p>
          <a:p>
            <a:pPr marL="180975" indent="-180975">
              <a:buFont typeface="+mj-lt"/>
              <a:buAutoNum type="arabicPeriod"/>
              <a:defRPr/>
            </a:pPr>
            <a:r>
              <a:rPr lang="en-US" sz="700" dirty="0">
                <a:solidFill>
                  <a:srgbClr val="FFFFFF"/>
                </a:solidFill>
              </a:rPr>
              <a:t>Select ’OK’</a:t>
            </a:r>
            <a:endParaRPr lang="en-US" sz="700" dirty="0">
              <a:solidFill>
                <a:srgbClr val="FFFFFF"/>
              </a:solidFill>
            </a:endParaRPr>
          </a:p>
        </p:txBody>
      </p:sp>
      <p:sp>
        <p:nvSpPr>
          <p:cNvPr id="38" name="Content Placeholder 2"/>
          <p:cNvSpPr>
            <a:spLocks noGrp="1"/>
          </p:cNvSpPr>
          <p:nvPr>
            <p:ph idx="1"/>
          </p:nvPr>
        </p:nvSpPr>
        <p:spPr>
          <a:xfrm>
            <a:off x="478367" y="1067225"/>
            <a:ext cx="5401733" cy="5330435"/>
          </a:xfrm>
        </p:spPr>
        <p:txBody>
          <a:bodyPr/>
          <a:lstStyle>
            <a:lvl1pPr>
              <a:spcBef>
                <a:spcPts val="1000"/>
              </a:spcBef>
              <a:defRPr b="0" i="0">
                <a:latin typeface="Arial" panose="020B0604020202020204" pitchFamily="34" charset="0"/>
                <a:ea typeface="微软雅黑" panose="020B0503020204020204" charset="-122"/>
              </a:defRPr>
            </a:lvl1pPr>
            <a:lvl2pPr>
              <a:defRPr b="0" i="0">
                <a:latin typeface="Arial" panose="020B0604020202020204" pitchFamily="34" charset="0"/>
                <a:ea typeface="微软雅黑" panose="020B0503020204020204" charset="-122"/>
              </a:defRPr>
            </a:lvl2pPr>
            <a:lvl3pPr>
              <a:defRPr b="0" i="0">
                <a:latin typeface="Arial" panose="020B0604020202020204" pitchFamily="34" charset="0"/>
                <a:ea typeface="微软雅黑" panose="020B0503020204020204" charset="-122"/>
              </a:defRPr>
            </a:lvl3pPr>
            <a:lvl4pPr>
              <a:defRPr b="0" i="0">
                <a:latin typeface="Arial" panose="020B0604020202020204" pitchFamily="34" charset="0"/>
                <a:ea typeface="微软雅黑" panose="020B0503020204020204" charset="-122"/>
              </a:defRPr>
            </a:lvl4pPr>
            <a:lvl5pPr>
              <a:defRPr b="0" i="0">
                <a:latin typeface="Arial" panose="020B0604020202020204" pitchFamily="34" charset="0"/>
                <a:ea typeface="微软雅黑" panose="020B0503020204020204" charset="-122"/>
              </a:defRPr>
            </a:lvl5pPr>
          </a:lstStyle>
          <a:p>
            <a:pPr lvl="0"/>
            <a:r>
              <a:rPr lang="zh-CN" altLang="en-US" noProof="0" dirty="0"/>
              <a:t>单击此处编辑母版文本样式</a:t>
            </a:r>
            <a:endParaRPr lang="zh-CN" altLang="en-US" noProof="0" dirty="0"/>
          </a:p>
          <a:p>
            <a:pPr lvl="1"/>
            <a:r>
              <a:rPr lang="zh-CN" altLang="en-US" noProof="0" dirty="0"/>
              <a:t>第二级</a:t>
            </a:r>
            <a:endParaRPr lang="zh-CN" altLang="en-US" noProof="0" dirty="0"/>
          </a:p>
          <a:p>
            <a:pPr lvl="2"/>
            <a:r>
              <a:rPr lang="zh-CN" altLang="en-US" noProof="0" dirty="0"/>
              <a:t>第三级</a:t>
            </a:r>
            <a:endParaRPr lang="zh-CN" altLang="en-US" noProof="0" dirty="0"/>
          </a:p>
          <a:p>
            <a:pPr lvl="3"/>
            <a:r>
              <a:rPr lang="zh-CN" altLang="en-US" noProof="0" dirty="0"/>
              <a:t>第四级</a:t>
            </a:r>
            <a:endParaRPr lang="zh-CN" altLang="en-US" noProof="0" dirty="0"/>
          </a:p>
          <a:p>
            <a:pPr lvl="4"/>
            <a:r>
              <a:rPr lang="zh-CN" altLang="en-US" noProof="0" dirty="0"/>
              <a:t>第五级</a:t>
            </a:r>
            <a:endParaRPr lang="en-US" noProof="0" dirty="0"/>
          </a:p>
        </p:txBody>
      </p:sp>
      <p:sp>
        <p:nvSpPr>
          <p:cNvPr id="39" name="Content Placeholder 2"/>
          <p:cNvSpPr>
            <a:spLocks noGrp="1"/>
          </p:cNvSpPr>
          <p:nvPr>
            <p:ph idx="14"/>
          </p:nvPr>
        </p:nvSpPr>
        <p:spPr>
          <a:xfrm>
            <a:off x="6322141" y="1066523"/>
            <a:ext cx="5376677" cy="5331137"/>
          </a:xfrm>
        </p:spPr>
        <p:txBody>
          <a:bodyPr/>
          <a:lstStyle>
            <a:lvl1pPr>
              <a:spcBef>
                <a:spcPts val="1000"/>
              </a:spcBef>
              <a:defRPr b="0" i="0">
                <a:latin typeface="Arial" panose="020B0604020202020204" pitchFamily="34" charset="0"/>
                <a:ea typeface="微软雅黑" panose="020B0503020204020204" charset="-122"/>
              </a:defRPr>
            </a:lvl1pPr>
            <a:lvl2pPr>
              <a:defRPr b="0" i="0">
                <a:latin typeface="Arial" panose="020B0604020202020204" pitchFamily="34" charset="0"/>
                <a:ea typeface="微软雅黑" panose="020B0503020204020204" charset="-122"/>
              </a:defRPr>
            </a:lvl2pPr>
            <a:lvl3pPr>
              <a:defRPr b="0" i="0">
                <a:latin typeface="Arial" panose="020B0604020202020204" pitchFamily="34" charset="0"/>
                <a:ea typeface="微软雅黑" panose="020B0503020204020204" charset="-122"/>
              </a:defRPr>
            </a:lvl3pPr>
            <a:lvl4pPr>
              <a:defRPr b="0" i="0">
                <a:latin typeface="Arial" panose="020B0604020202020204" pitchFamily="34" charset="0"/>
                <a:ea typeface="微软雅黑" panose="020B0503020204020204" charset="-122"/>
              </a:defRPr>
            </a:lvl4pPr>
            <a:lvl5pPr>
              <a:defRPr b="0" i="0">
                <a:latin typeface="Arial" panose="020B0604020202020204" pitchFamily="34" charset="0"/>
                <a:ea typeface="微软雅黑" panose="020B0503020204020204" charset="-122"/>
              </a:defRPr>
            </a:lvl5pPr>
          </a:lstStyle>
          <a:p>
            <a:pPr lvl="0"/>
            <a:r>
              <a:rPr lang="zh-CN" altLang="en-US" noProof="0" dirty="0"/>
              <a:t>单击此处编辑母版文本样式</a:t>
            </a:r>
            <a:endParaRPr lang="zh-CN" altLang="en-US" noProof="0" dirty="0"/>
          </a:p>
          <a:p>
            <a:pPr lvl="1"/>
            <a:r>
              <a:rPr lang="zh-CN" altLang="en-US" noProof="0" dirty="0"/>
              <a:t>第二级</a:t>
            </a:r>
            <a:endParaRPr lang="zh-CN" altLang="en-US" noProof="0" dirty="0"/>
          </a:p>
          <a:p>
            <a:pPr lvl="2"/>
            <a:r>
              <a:rPr lang="zh-CN" altLang="en-US" noProof="0" dirty="0"/>
              <a:t>第三级</a:t>
            </a:r>
            <a:endParaRPr lang="zh-CN" altLang="en-US" noProof="0" dirty="0"/>
          </a:p>
          <a:p>
            <a:pPr lvl="3"/>
            <a:r>
              <a:rPr lang="zh-CN" altLang="en-US" noProof="0" dirty="0"/>
              <a:t>第四级</a:t>
            </a:r>
            <a:endParaRPr lang="zh-CN" altLang="en-US" noProof="0" dirty="0"/>
          </a:p>
          <a:p>
            <a:pPr lvl="4"/>
            <a:r>
              <a:rPr lang="zh-CN" altLang="en-US" noProof="0" dirty="0"/>
              <a:t>第五级</a:t>
            </a:r>
            <a:endParaRPr lang="en-US" noProof="0" dirty="0"/>
          </a:p>
        </p:txBody>
      </p:sp>
      <p:sp>
        <p:nvSpPr>
          <p:cNvPr id="43" name="矩形 42"/>
          <p:cNvSpPr/>
          <p:nvPr userDrawn="1"/>
        </p:nvSpPr>
        <p:spPr>
          <a:xfrm>
            <a:off x="383647"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44" name="矩形 43"/>
          <p:cNvSpPr/>
          <p:nvPr userDrawn="1"/>
        </p:nvSpPr>
        <p:spPr>
          <a:xfrm>
            <a:off x="191344"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grpSp>
        <p:nvGrpSpPr>
          <p:cNvPr id="65" name="组合 64"/>
          <p:cNvGrpSpPr>
            <a:grpSpLocks noChangeAspect="1"/>
          </p:cNvGrpSpPr>
          <p:nvPr userDrawn="1"/>
        </p:nvGrpSpPr>
        <p:grpSpPr>
          <a:xfrm>
            <a:off x="11036334" y="371250"/>
            <a:ext cx="971869" cy="537470"/>
            <a:chOff x="10728252" y="116959"/>
            <a:chExt cx="1293558" cy="715373"/>
          </a:xfrm>
          <a:solidFill>
            <a:srgbClr val="005BAD"/>
          </a:solidFill>
        </p:grpSpPr>
        <p:sp>
          <p:nvSpPr>
            <p:cNvPr id="66" name="ïSļíḋe"/>
            <p:cNvSpPr/>
            <p:nvPr userDrawn="1"/>
          </p:nvSpPr>
          <p:spPr bwMode="auto">
            <a:xfrm>
              <a:off x="10844646" y="498022"/>
              <a:ext cx="156074" cy="25047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67" name="îSḷîḓé"/>
            <p:cNvSpPr/>
            <p:nvPr userDrawn="1"/>
          </p:nvSpPr>
          <p:spPr bwMode="auto">
            <a:xfrm>
              <a:off x="10963687" y="498022"/>
              <a:ext cx="166655" cy="25047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68" name="işļïḑê"/>
            <p:cNvSpPr/>
            <p:nvPr userDrawn="1"/>
          </p:nvSpPr>
          <p:spPr bwMode="auto">
            <a:xfrm>
              <a:off x="10937233" y="650019"/>
              <a:ext cx="66134" cy="3211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69" name="iṣḷiḑè"/>
            <p:cNvSpPr/>
            <p:nvPr userDrawn="1"/>
          </p:nvSpPr>
          <p:spPr bwMode="auto">
            <a:xfrm>
              <a:off x="11088015" y="498022"/>
              <a:ext cx="158719" cy="25047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0" name="ïṣľídè"/>
            <p:cNvSpPr/>
            <p:nvPr userDrawn="1"/>
          </p:nvSpPr>
          <p:spPr bwMode="auto">
            <a:xfrm>
              <a:off x="11207055" y="498022"/>
              <a:ext cx="156074" cy="25047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rgbClr val="000000"/>
                </a:solidFill>
                <a:effectLst/>
                <a:uLnTx/>
                <a:uFillTx/>
                <a:latin typeface="Century Gothic" panose="020B0502020202020204"/>
                <a:ea typeface="微软雅黑" panose="020B0503020204020204" charset="-122"/>
              </a:endParaRPr>
            </a:p>
          </p:txBody>
        </p:sp>
        <p:sp>
          <p:nvSpPr>
            <p:cNvPr id="71" name="íSļîḓé"/>
            <p:cNvSpPr/>
            <p:nvPr userDrawn="1"/>
          </p:nvSpPr>
          <p:spPr bwMode="auto">
            <a:xfrm>
              <a:off x="11170020" y="714243"/>
              <a:ext cx="66134" cy="3425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2" name="iṩ1ídè"/>
            <p:cNvSpPr/>
            <p:nvPr userDrawn="1"/>
          </p:nvSpPr>
          <p:spPr bwMode="auto">
            <a:xfrm>
              <a:off x="10728252" y="116959"/>
              <a:ext cx="1293558" cy="700044"/>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3" name="ïşľíḑé"/>
            <p:cNvSpPr/>
            <p:nvPr userDrawn="1"/>
          </p:nvSpPr>
          <p:spPr bwMode="auto">
            <a:xfrm>
              <a:off x="11561527" y="472332"/>
              <a:ext cx="185172" cy="360000"/>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grpSp>
      <p:cxnSp>
        <p:nvCxnSpPr>
          <p:cNvPr id="77" name="直接连接符 23"/>
          <p:cNvCxnSpPr/>
          <p:nvPr userDrawn="1"/>
        </p:nvCxnSpPr>
        <p:spPr>
          <a:xfrm>
            <a:off x="0" y="908720"/>
            <a:ext cx="12192000" cy="12363"/>
          </a:xfrm>
          <a:prstGeom prst="line">
            <a:avLst/>
          </a:prstGeom>
          <a:noFill/>
          <a:ln w="6350" cap="flat" cmpd="sng" algn="ctr">
            <a:solidFill>
              <a:srgbClr val="005BAD">
                <a:alpha val="80000"/>
              </a:srgbClr>
            </a:solidFill>
            <a:prstDash val="solid"/>
            <a:miter lim="800000"/>
          </a:ln>
          <a:effectLst/>
        </p:spPr>
      </p:cxnSp>
      <p:cxnSp>
        <p:nvCxnSpPr>
          <p:cNvPr id="82" name="直接连接符 23"/>
          <p:cNvCxnSpPr/>
          <p:nvPr userDrawn="1"/>
        </p:nvCxnSpPr>
        <p:spPr>
          <a:xfrm>
            <a:off x="-2381" y="6512981"/>
            <a:ext cx="12192000" cy="12363"/>
          </a:xfrm>
          <a:prstGeom prst="line">
            <a:avLst/>
          </a:prstGeom>
          <a:noFill/>
          <a:ln w="6350" cap="flat" cmpd="sng" algn="ctr">
            <a:solidFill>
              <a:srgbClr val="005BAD">
                <a:alpha val="75000"/>
              </a:srgbClr>
            </a:solidFill>
            <a:prstDash val="solid"/>
            <a:miter lim="800000"/>
          </a:ln>
          <a:effectLst/>
        </p:spPr>
      </p:cxnSp>
      <p:sp>
        <p:nvSpPr>
          <p:cNvPr id="40" name="日期占位符 135"/>
          <p:cNvSpPr txBox="1"/>
          <p:nvPr userDrawn="1"/>
        </p:nvSpPr>
        <p:spPr>
          <a:xfrm>
            <a:off x="9048328" y="6555494"/>
            <a:ext cx="2883976" cy="267573"/>
          </a:xfrm>
          <a:prstGeom prst="rect">
            <a:avLst/>
          </a:prstGeom>
        </p:spPr>
        <p:txBody>
          <a:bodyPr anchor="ctr"/>
          <a:lstStyle>
            <a:defPPr>
              <a:defRPr lang="zh-CN"/>
            </a:defPPr>
            <a:lvl1pPr marL="0" algn="r"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dirty="0">
                <a:solidFill>
                  <a:srgbClr val="005BAD">
                    <a:alpha val="75000"/>
                  </a:srgbClr>
                </a:solidFill>
                <a:latin typeface="微软雅黑" panose="020B0503020204020204" charset="-122"/>
                <a:ea typeface="微软雅黑" panose="020B0503020204020204" charset="-122"/>
              </a:rPr>
              <a:t>华中科技大学电子信息与通信学院</a:t>
            </a:r>
            <a:endParaRPr lang="zh-CN" altLang="en-US" dirty="0">
              <a:solidFill>
                <a:srgbClr val="005BAD">
                  <a:alpha val="75000"/>
                </a:srgbClr>
              </a:solidFill>
              <a:latin typeface="微软雅黑" panose="020B0503020204020204" charset="-122"/>
              <a:ea typeface="微软雅黑" panose="020B0503020204020204" charset="-122"/>
            </a:endParaRPr>
          </a:p>
        </p:txBody>
      </p:sp>
      <p:sp>
        <p:nvSpPr>
          <p:cNvPr id="41" name="页脚占位符 136"/>
          <p:cNvSpPr txBox="1"/>
          <p:nvPr userDrawn="1"/>
        </p:nvSpPr>
        <p:spPr>
          <a:xfrm>
            <a:off x="187688" y="6552438"/>
            <a:ext cx="2880000" cy="273685"/>
          </a:xfrm>
          <a:prstGeom prst="rect">
            <a:avLst/>
          </a:prstGeom>
        </p:spPr>
        <p:txBody>
          <a:bodyPr vert="horz" lIns="91440" tIns="45720" rIns="91440" bIns="45720" rtlCol="0" anchor="ctr"/>
          <a:lstStyle>
            <a:defPPr>
              <a:defRPr lang="zh-CN"/>
            </a:defPPr>
            <a:lvl1pPr marL="0" algn="dist"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rgbClr val="005BAD">
                    <a:alpha val="75000"/>
                  </a:srgbClr>
                </a:solidFill>
                <a:latin typeface="微软雅黑" panose="020B0503020204020204" charset="-122"/>
                <a:ea typeface="微软雅黑" panose="020B0503020204020204" charset="-122"/>
              </a:rPr>
              <a:t>明德厚学 求是创新</a:t>
            </a:r>
            <a:endParaRPr lang="zh-CN" altLang="en-US" dirty="0">
              <a:solidFill>
                <a:srgbClr val="005BAD">
                  <a:alpha val="75000"/>
                </a:srgbClr>
              </a:solidFill>
              <a:latin typeface="微软雅黑" panose="020B0503020204020204" charset="-122"/>
              <a:ea typeface="微软雅黑" panose="020B0503020204020204" charset="-122"/>
            </a:endParaRPr>
          </a:p>
        </p:txBody>
      </p:sp>
      <p:sp>
        <p:nvSpPr>
          <p:cNvPr id="42" name="Slide Number Placeholder 5"/>
          <p:cNvSpPr txBox="1"/>
          <p:nvPr userDrawn="1"/>
        </p:nvSpPr>
        <p:spPr>
          <a:xfrm>
            <a:off x="5853936" y="6626574"/>
            <a:ext cx="480484" cy="125413"/>
          </a:xfrm>
          <a:prstGeom prst="rect">
            <a:avLst/>
          </a:prstGeom>
        </p:spPr>
        <p:txBody>
          <a:bodyPr vert="horz" lIns="0" tIns="0" rIns="0" bIns="0" rtlCol="0" anchor="b" anchorCtr="0">
            <a:noAutofit/>
          </a:bodyPr>
          <a:lstStyle>
            <a:defPPr>
              <a:defRPr lang="en-US"/>
            </a:defPPr>
            <a:lvl1pPr marL="0" algn="l" defTabSz="914400" rtl="0" eaLnBrk="1" fontAlgn="auto" latinLnBrk="0" hangingPunct="1">
              <a:spcBef>
                <a:spcPts val="0"/>
              </a:spcBef>
              <a:spcAft>
                <a:spcPts val="0"/>
              </a:spcAft>
              <a:defRPr sz="1000" b="1" kern="1200" smtClean="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73DA0BB7-265A-403C-9275-D587AB510EDC}" type="slidenum">
              <a:rPr lang="zh-TW" altLang="en-US" b="0" smtClean="0">
                <a:solidFill>
                  <a:srgbClr val="005BAD">
                    <a:alpha val="75000"/>
                  </a:srgbClr>
                </a:solidFill>
                <a:latin typeface="微软雅黑" panose="020B0503020204020204" charset="-122"/>
                <a:ea typeface="微软雅黑" panose="020B0503020204020204" charset="-122"/>
              </a:rPr>
            </a:fld>
            <a:endParaRPr lang="zh-TW" altLang="en-US" b="0" dirty="0">
              <a:solidFill>
                <a:srgbClr val="005BAD">
                  <a:alpha val="75000"/>
                </a:srgbClr>
              </a:solidFill>
              <a:latin typeface="微软雅黑" panose="020B0503020204020204" charset="-122"/>
              <a:ea typeface="微软雅黑" panose="020B0503020204020204" charset="-122"/>
            </a:endParaRPr>
          </a:p>
        </p:txBody>
      </p:sp>
      <p:sp>
        <p:nvSpPr>
          <p:cNvPr id="45" name="Title 1"/>
          <p:cNvSpPr>
            <a:spLocks noGrp="1"/>
          </p:cNvSpPr>
          <p:nvPr>
            <p:ph type="title"/>
          </p:nvPr>
        </p:nvSpPr>
        <p:spPr>
          <a:xfrm>
            <a:off x="671647" y="395289"/>
            <a:ext cx="10209277" cy="430887"/>
          </a:xfrm>
        </p:spPr>
        <p:txBody>
          <a:bodyPr lIns="108000"/>
          <a:lstStyle>
            <a:lvl1pPr>
              <a:defRPr sz="2800" b="1">
                <a:latin typeface="微软雅黑" panose="020B0503020204020204" charset="-122"/>
                <a:ea typeface="微软雅黑" panose="020B0503020204020204" charset="-122"/>
              </a:defRPr>
            </a:lvl1pPr>
          </a:lstStyle>
          <a:p>
            <a:r>
              <a:rPr lang="zh-CN" altLang="en-US" noProof="0" dirty="0"/>
              <a:t>单击此处编辑母版标题样式</a:t>
            </a:r>
            <a:endParaRPr lang="en-US" noProof="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两栏单标题-分割线">
    <p:spTree>
      <p:nvGrpSpPr>
        <p:cNvPr id="1" name=""/>
        <p:cNvGrpSpPr/>
        <p:nvPr/>
      </p:nvGrpSpPr>
      <p:grpSpPr>
        <a:xfrm>
          <a:off x="0" y="0"/>
          <a:ext cx="0" cy="0"/>
          <a:chOff x="0" y="0"/>
          <a:chExt cx="0" cy="0"/>
        </a:xfrm>
      </p:grpSpPr>
      <p:cxnSp>
        <p:nvCxnSpPr>
          <p:cNvPr id="6" name="Straight Arrow Connector 5"/>
          <p:cNvCxnSpPr/>
          <p:nvPr/>
        </p:nvCxnSpPr>
        <p:spPr>
          <a:xfrm>
            <a:off x="-1145117" y="6303964"/>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4720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11703051"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145117" y="12588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1145117" y="7635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58568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6335184"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13" name="TextBox 16"/>
          <p:cNvSpPr txBox="1">
            <a:spLocks noChangeArrowheads="1"/>
          </p:cNvSpPr>
          <p:nvPr/>
        </p:nvSpPr>
        <p:spPr bwMode="auto">
          <a:xfrm>
            <a:off x="-2423583" y="6581776"/>
            <a:ext cx="223943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900" dirty="0">
                <a:solidFill>
                  <a:srgbClr val="FFFFFF"/>
                </a:solidFill>
              </a:rPr>
              <a:t>White markers indicate position of  Drawing Guides</a:t>
            </a:r>
            <a:endParaRPr lang="en-US" sz="900" dirty="0">
              <a:solidFill>
                <a:srgbClr val="FFFFFF"/>
              </a:solidFill>
            </a:endParaRPr>
          </a:p>
        </p:txBody>
      </p:sp>
      <p:sp>
        <p:nvSpPr>
          <p:cNvPr id="14" name="TextBox 17"/>
          <p:cNvSpPr txBox="1">
            <a:spLocks noChangeArrowheads="1"/>
          </p:cNvSpPr>
          <p:nvPr/>
        </p:nvSpPr>
        <p:spPr bwMode="auto">
          <a:xfrm>
            <a:off x="-1255183" y="896938"/>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7.40 cm</a:t>
            </a:r>
            <a:endParaRPr lang="en-US" sz="700">
              <a:solidFill>
                <a:srgbClr val="FFFFFF"/>
              </a:solidFill>
            </a:endParaRPr>
          </a:p>
          <a:p>
            <a:pPr algn="r">
              <a:spcAft>
                <a:spcPts val="300"/>
              </a:spcAft>
            </a:pPr>
            <a:r>
              <a:rPr lang="en-US" sz="700">
                <a:solidFill>
                  <a:srgbClr val="FFFFFF"/>
                </a:solidFill>
              </a:rPr>
              <a:t>2.91 Inches</a:t>
            </a:r>
            <a:endParaRPr lang="en-US" sz="700">
              <a:solidFill>
                <a:srgbClr val="FFFFFF"/>
              </a:solidFill>
            </a:endParaRPr>
          </a:p>
        </p:txBody>
      </p:sp>
      <p:sp>
        <p:nvSpPr>
          <p:cNvPr id="16" name="TextBox 18"/>
          <p:cNvSpPr txBox="1">
            <a:spLocks noChangeArrowheads="1"/>
          </p:cNvSpPr>
          <p:nvPr/>
        </p:nvSpPr>
        <p:spPr bwMode="auto">
          <a:xfrm>
            <a:off x="-1255183" y="13779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6.00 cm</a:t>
            </a:r>
            <a:endParaRPr lang="en-US" sz="700">
              <a:solidFill>
                <a:srgbClr val="FFFFFF"/>
              </a:solidFill>
            </a:endParaRPr>
          </a:p>
          <a:p>
            <a:pPr algn="r">
              <a:spcAft>
                <a:spcPts val="300"/>
              </a:spcAft>
            </a:pPr>
            <a:r>
              <a:rPr lang="en-US" sz="700">
                <a:solidFill>
                  <a:srgbClr val="FFFFFF"/>
                </a:solidFill>
              </a:rPr>
              <a:t>2.36 Inches</a:t>
            </a:r>
            <a:endParaRPr lang="en-US" sz="700">
              <a:solidFill>
                <a:srgbClr val="FFFFFF"/>
              </a:solidFill>
            </a:endParaRPr>
          </a:p>
        </p:txBody>
      </p:sp>
      <p:sp>
        <p:nvSpPr>
          <p:cNvPr id="17" name="TextBox 19"/>
          <p:cNvSpPr txBox="1">
            <a:spLocks noChangeArrowheads="1"/>
          </p:cNvSpPr>
          <p:nvPr/>
        </p:nvSpPr>
        <p:spPr bwMode="auto">
          <a:xfrm>
            <a:off x="-1255183" y="5921375"/>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8.00 cm</a:t>
            </a:r>
            <a:endParaRPr lang="en-US" sz="700">
              <a:solidFill>
                <a:srgbClr val="FFFFFF"/>
              </a:solidFill>
            </a:endParaRPr>
          </a:p>
          <a:p>
            <a:pPr algn="r">
              <a:spcAft>
                <a:spcPts val="300"/>
              </a:spcAft>
            </a:pPr>
            <a:r>
              <a:rPr lang="en-US" sz="700">
                <a:solidFill>
                  <a:srgbClr val="FFFFFF"/>
                </a:solidFill>
              </a:rPr>
              <a:t>3.15 Inches</a:t>
            </a:r>
            <a:endParaRPr lang="en-US" sz="700">
              <a:solidFill>
                <a:srgbClr val="FFFFFF"/>
              </a:solidFill>
            </a:endParaRPr>
          </a:p>
        </p:txBody>
      </p:sp>
      <p:sp>
        <p:nvSpPr>
          <p:cNvPr id="18" name="TextBox 20"/>
          <p:cNvSpPr txBox="1">
            <a:spLocks noChangeArrowheads="1"/>
          </p:cNvSpPr>
          <p:nvPr/>
        </p:nvSpPr>
        <p:spPr bwMode="auto">
          <a:xfrm>
            <a:off x="4783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pPr>
            <a:r>
              <a:rPr lang="en-US" sz="700">
                <a:solidFill>
                  <a:srgbClr val="FFFFFF"/>
                </a:solidFill>
                <a:sym typeface="Wingdings" panose="05000000000000000000" pitchFamily="2" charset="2"/>
              </a:rPr>
              <a:t></a:t>
            </a:r>
            <a:r>
              <a:rPr lang="en-US" sz="700">
                <a:solidFill>
                  <a:srgbClr val="FFFFFF"/>
                </a:solidFill>
              </a:rPr>
              <a:t>11.70 cm</a:t>
            </a:r>
            <a:endParaRPr lang="en-US" sz="700">
              <a:solidFill>
                <a:srgbClr val="FFFFFF"/>
              </a:solidFill>
            </a:endParaRPr>
          </a:p>
          <a:p>
            <a:pPr>
              <a:spcAft>
                <a:spcPts val="300"/>
              </a:spcAft>
            </a:pPr>
            <a:r>
              <a:rPr lang="en-US" sz="700">
                <a:solidFill>
                  <a:srgbClr val="FFFFFF"/>
                </a:solidFill>
                <a:sym typeface="Wingdings" panose="05000000000000000000" pitchFamily="2" charset="2"/>
              </a:rPr>
              <a:t> 4.61 inches</a:t>
            </a:r>
            <a:endParaRPr lang="en-US" sz="700">
              <a:solidFill>
                <a:srgbClr val="FFFFFF"/>
              </a:solidFill>
            </a:endParaRPr>
          </a:p>
        </p:txBody>
      </p:sp>
      <p:sp>
        <p:nvSpPr>
          <p:cNvPr id="19" name="TextBox 21"/>
          <p:cNvSpPr txBox="1">
            <a:spLocks noChangeArrowheads="1"/>
          </p:cNvSpPr>
          <p:nvPr/>
        </p:nvSpPr>
        <p:spPr bwMode="auto">
          <a:xfrm>
            <a:off x="47709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0.50 cm </a:t>
            </a:r>
            <a:r>
              <a:rPr lang="en-US" sz="700">
                <a:solidFill>
                  <a:srgbClr val="FFFFFF"/>
                </a:solidFill>
                <a:sym typeface="Wingdings" panose="05000000000000000000" pitchFamily="2" charset="2"/>
              </a:rPr>
              <a:t></a:t>
            </a:r>
            <a:endParaRPr lang="en-US" sz="700">
              <a:solidFill>
                <a:srgbClr val="FFFFFF"/>
              </a:solidFill>
              <a:sym typeface="Wingdings" panose="05000000000000000000" pitchFamily="2" charset="2"/>
            </a:endParaRPr>
          </a:p>
          <a:p>
            <a:pPr algn="r">
              <a:spcAft>
                <a:spcPts val="300"/>
              </a:spcAft>
            </a:pPr>
            <a:r>
              <a:rPr lang="en-US" sz="700">
                <a:solidFill>
                  <a:srgbClr val="FFFFFF"/>
                </a:solidFill>
                <a:sym typeface="Wingdings" panose="05000000000000000000" pitchFamily="2" charset="2"/>
              </a:rPr>
              <a:t>0.2 inches </a:t>
            </a:r>
            <a:endParaRPr lang="en-US" sz="700">
              <a:solidFill>
                <a:srgbClr val="FFFFFF"/>
              </a:solidFill>
            </a:endParaRPr>
          </a:p>
        </p:txBody>
      </p:sp>
      <p:sp>
        <p:nvSpPr>
          <p:cNvPr id="20" name="TextBox 22"/>
          <p:cNvSpPr txBox="1">
            <a:spLocks noChangeArrowheads="1"/>
          </p:cNvSpPr>
          <p:nvPr/>
        </p:nvSpPr>
        <p:spPr bwMode="auto">
          <a:xfrm>
            <a:off x="6350001"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buFont typeface="Wingdings" panose="05000000000000000000" pitchFamily="2" charset="2"/>
              <a:buChar char="ß"/>
            </a:pPr>
            <a:r>
              <a:rPr lang="en-US" sz="700">
                <a:solidFill>
                  <a:srgbClr val="FFFFFF"/>
                </a:solidFill>
              </a:rPr>
              <a:t>0.50 cm</a:t>
            </a:r>
            <a:endParaRPr lang="en-US" sz="700">
              <a:solidFill>
                <a:srgbClr val="FFFFFF"/>
              </a:solidFill>
            </a:endParaRPr>
          </a:p>
          <a:p>
            <a:pPr>
              <a:spcAft>
                <a:spcPts val="300"/>
              </a:spcAft>
            </a:pPr>
            <a:r>
              <a:rPr lang="en-US" sz="700">
                <a:solidFill>
                  <a:srgbClr val="FFFFFF"/>
                </a:solidFill>
                <a:sym typeface="Wingdings" panose="05000000000000000000" pitchFamily="2" charset="2"/>
              </a:rPr>
              <a:t> 0.2 inches</a:t>
            </a:r>
            <a:endParaRPr lang="en-US" sz="700">
              <a:solidFill>
                <a:srgbClr val="FFFFFF"/>
              </a:solidFill>
            </a:endParaRPr>
          </a:p>
        </p:txBody>
      </p:sp>
      <p:sp>
        <p:nvSpPr>
          <p:cNvPr id="21" name="TextBox 23"/>
          <p:cNvSpPr txBox="1">
            <a:spLocks noChangeArrowheads="1"/>
          </p:cNvSpPr>
          <p:nvPr/>
        </p:nvSpPr>
        <p:spPr bwMode="auto">
          <a:xfrm>
            <a:off x="10627785"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11.70 cm </a:t>
            </a:r>
            <a:r>
              <a:rPr lang="en-US" sz="700">
                <a:solidFill>
                  <a:srgbClr val="FFFFFF"/>
                </a:solidFill>
                <a:sym typeface="Wingdings" panose="05000000000000000000" pitchFamily="2" charset="2"/>
              </a:rPr>
              <a:t></a:t>
            </a:r>
            <a:endParaRPr lang="en-US" sz="700">
              <a:solidFill>
                <a:srgbClr val="FFFFFF"/>
              </a:solidFill>
            </a:endParaRPr>
          </a:p>
          <a:p>
            <a:pPr algn="r">
              <a:spcAft>
                <a:spcPts val="300"/>
              </a:spcAft>
            </a:pPr>
            <a:r>
              <a:rPr lang="en-US" sz="700">
                <a:solidFill>
                  <a:srgbClr val="FFFFFF"/>
                </a:solidFill>
                <a:sym typeface="Wingdings" panose="05000000000000000000" pitchFamily="2" charset="2"/>
              </a:rPr>
              <a:t> 4.61 inches </a:t>
            </a:r>
            <a:endParaRPr lang="en-US" sz="700">
              <a:solidFill>
                <a:srgbClr val="FFFFFF"/>
              </a:solidFill>
            </a:endParaRPr>
          </a:p>
        </p:txBody>
      </p:sp>
      <p:cxnSp>
        <p:nvCxnSpPr>
          <p:cNvPr id="22" name="Straight Arrow Connector 21"/>
          <p:cNvCxnSpPr/>
          <p:nvPr/>
        </p:nvCxnSpPr>
        <p:spPr>
          <a:xfrm rot="5400000" flipH="1" flipV="1">
            <a:off x="-296863" y="1308630"/>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rot="5400000" flipH="1" flipV="1">
            <a:off x="-296863" y="811743"/>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rot="5400000" flipH="1" flipV="1">
            <a:off x="-296863" y="6240993"/>
            <a:ext cx="92075" cy="2117"/>
          </a:xfrm>
          <a:prstGeom prst="straightConnector1">
            <a:avLst/>
          </a:prstGeom>
          <a:ln w="3175">
            <a:solidFill>
              <a:schemeClr val="bg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25" name="AutoShape 4"/>
          <p:cNvSpPr/>
          <p:nvPr/>
        </p:nvSpPr>
        <p:spPr bwMode="gray">
          <a:xfrm>
            <a:off x="-2055284" y="0"/>
            <a:ext cx="1871133" cy="584775"/>
          </a:xfrm>
          <a:prstGeom prst="rect">
            <a:avLst/>
          </a:prstGeom>
          <a:noFill/>
          <a:ln w="12700" algn="ctr">
            <a:noFill/>
            <a:miter lim="800000"/>
          </a:ln>
          <a:effectLst/>
        </p:spPr>
        <p:txBody>
          <a:bodyPr lIns="0" tIns="0" rIns="0" bIns="0">
            <a:spAutoFit/>
          </a:bodyPr>
          <a:lstStyle/>
          <a:p>
            <a:pPr>
              <a:defRPr/>
            </a:pPr>
            <a:r>
              <a:rPr lang="en-US" sz="700" b="1" dirty="0">
                <a:solidFill>
                  <a:srgbClr val="FFFFFF"/>
                </a:solidFill>
              </a:rPr>
              <a:t>To view  drawing guides:</a:t>
            </a:r>
            <a:endParaRPr lang="en-US" sz="700" b="1" dirty="0">
              <a:solidFill>
                <a:srgbClr val="FFFFFF"/>
              </a:solidFill>
            </a:endParaRPr>
          </a:p>
          <a:p>
            <a:pPr>
              <a:defRPr/>
            </a:pPr>
            <a:endParaRPr lang="en-US" sz="300" b="1" dirty="0">
              <a:solidFill>
                <a:srgbClr val="FFFFFF"/>
              </a:solidFill>
            </a:endParaRPr>
          </a:p>
          <a:p>
            <a:pPr marL="180975" indent="-180975">
              <a:buFont typeface="+mj-lt"/>
              <a:buAutoNum type="arabicPeriod"/>
              <a:defRPr/>
            </a:pPr>
            <a:r>
              <a:rPr lang="en-US" sz="700" dirty="0">
                <a:solidFill>
                  <a:srgbClr val="FFFFFF"/>
                </a:solidFill>
              </a:rPr>
              <a:t>Right-click on slide and select ’Grid and Guides...’</a:t>
            </a:r>
            <a:endParaRPr lang="en-US" sz="700" dirty="0">
              <a:solidFill>
                <a:srgbClr val="FFFFFF"/>
              </a:solidFill>
            </a:endParaRPr>
          </a:p>
          <a:p>
            <a:pPr marL="180975" indent="-180975">
              <a:buFont typeface="+mj-lt"/>
              <a:buAutoNum type="arabicPeriod"/>
              <a:defRPr/>
            </a:pPr>
            <a:r>
              <a:rPr lang="en-US" sz="700" dirty="0">
                <a:solidFill>
                  <a:srgbClr val="FFFFFF"/>
                </a:solidFill>
              </a:rPr>
              <a:t>Check ’Display drawing guides on screen’</a:t>
            </a:r>
            <a:endParaRPr lang="en-US" sz="700" dirty="0">
              <a:solidFill>
                <a:srgbClr val="FFFFFF"/>
              </a:solidFill>
            </a:endParaRPr>
          </a:p>
          <a:p>
            <a:pPr marL="180975" indent="-180975">
              <a:buFont typeface="+mj-lt"/>
              <a:buAutoNum type="arabicPeriod"/>
              <a:defRPr/>
            </a:pPr>
            <a:r>
              <a:rPr lang="en-US" sz="700" dirty="0">
                <a:solidFill>
                  <a:srgbClr val="FFFFFF"/>
                </a:solidFill>
              </a:rPr>
              <a:t>Select ’OK’</a:t>
            </a:r>
            <a:endParaRPr lang="en-US" sz="700" dirty="0">
              <a:solidFill>
                <a:srgbClr val="FFFFFF"/>
              </a:solidFill>
            </a:endParaRPr>
          </a:p>
        </p:txBody>
      </p:sp>
      <p:sp>
        <p:nvSpPr>
          <p:cNvPr id="38" name="Content Placeholder 2"/>
          <p:cNvSpPr>
            <a:spLocks noGrp="1"/>
          </p:cNvSpPr>
          <p:nvPr>
            <p:ph idx="1"/>
          </p:nvPr>
        </p:nvSpPr>
        <p:spPr>
          <a:xfrm>
            <a:off x="478367" y="1067225"/>
            <a:ext cx="5401733" cy="5330435"/>
          </a:xfrm>
        </p:spPr>
        <p:txBody>
          <a:bodyPr/>
          <a:lstStyle>
            <a:lvl1pPr>
              <a:spcBef>
                <a:spcPts val="1000"/>
              </a:spcBef>
              <a:defRPr b="0" i="0">
                <a:latin typeface="Arial" panose="020B0604020202020204" pitchFamily="34" charset="0"/>
                <a:ea typeface="微软雅黑" panose="020B0503020204020204" charset="-122"/>
              </a:defRPr>
            </a:lvl1pPr>
            <a:lvl2pPr>
              <a:defRPr b="0" i="0">
                <a:latin typeface="Arial" panose="020B0604020202020204" pitchFamily="34" charset="0"/>
                <a:ea typeface="微软雅黑" panose="020B0503020204020204" charset="-122"/>
              </a:defRPr>
            </a:lvl2pPr>
            <a:lvl3pPr>
              <a:defRPr b="0" i="0">
                <a:latin typeface="Arial" panose="020B0604020202020204" pitchFamily="34" charset="0"/>
                <a:ea typeface="微软雅黑" panose="020B0503020204020204" charset="-122"/>
              </a:defRPr>
            </a:lvl3pPr>
            <a:lvl4pPr>
              <a:defRPr b="0" i="0">
                <a:latin typeface="Arial" panose="020B0604020202020204" pitchFamily="34" charset="0"/>
                <a:ea typeface="微软雅黑" panose="020B0503020204020204" charset="-122"/>
              </a:defRPr>
            </a:lvl4pPr>
            <a:lvl5pPr>
              <a:defRPr b="0" i="0">
                <a:latin typeface="Arial" panose="020B0604020202020204" pitchFamily="34" charset="0"/>
                <a:ea typeface="微软雅黑" panose="020B0503020204020204" charset="-122"/>
              </a:defRPr>
            </a:lvl5pPr>
          </a:lstStyle>
          <a:p>
            <a:pPr lvl="0"/>
            <a:r>
              <a:rPr lang="zh-CN" altLang="en-US" noProof="0" dirty="0"/>
              <a:t>单击此处编辑母版文本样式</a:t>
            </a:r>
            <a:endParaRPr lang="zh-CN" altLang="en-US" noProof="0" dirty="0"/>
          </a:p>
          <a:p>
            <a:pPr lvl="1"/>
            <a:r>
              <a:rPr lang="zh-CN" altLang="en-US" noProof="0" dirty="0"/>
              <a:t>第二级</a:t>
            </a:r>
            <a:endParaRPr lang="zh-CN" altLang="en-US" noProof="0" dirty="0"/>
          </a:p>
          <a:p>
            <a:pPr lvl="2"/>
            <a:r>
              <a:rPr lang="zh-CN" altLang="en-US" noProof="0" dirty="0"/>
              <a:t>第三级</a:t>
            </a:r>
            <a:endParaRPr lang="zh-CN" altLang="en-US" noProof="0" dirty="0"/>
          </a:p>
          <a:p>
            <a:pPr lvl="3"/>
            <a:r>
              <a:rPr lang="zh-CN" altLang="en-US" noProof="0" dirty="0"/>
              <a:t>第四级</a:t>
            </a:r>
            <a:endParaRPr lang="zh-CN" altLang="en-US" noProof="0" dirty="0"/>
          </a:p>
          <a:p>
            <a:pPr lvl="4"/>
            <a:r>
              <a:rPr lang="zh-CN" altLang="en-US" noProof="0" dirty="0"/>
              <a:t>第五级</a:t>
            </a:r>
            <a:endParaRPr lang="en-US" noProof="0" dirty="0"/>
          </a:p>
        </p:txBody>
      </p:sp>
      <p:sp>
        <p:nvSpPr>
          <p:cNvPr id="39" name="Content Placeholder 2"/>
          <p:cNvSpPr>
            <a:spLocks noGrp="1"/>
          </p:cNvSpPr>
          <p:nvPr>
            <p:ph idx="14"/>
          </p:nvPr>
        </p:nvSpPr>
        <p:spPr>
          <a:xfrm>
            <a:off x="6322141" y="1066523"/>
            <a:ext cx="5376677" cy="5331137"/>
          </a:xfrm>
        </p:spPr>
        <p:txBody>
          <a:bodyPr/>
          <a:lstStyle>
            <a:lvl1pPr>
              <a:spcBef>
                <a:spcPts val="1000"/>
              </a:spcBef>
              <a:defRPr b="0" i="0">
                <a:latin typeface="Arial" panose="020B0604020202020204" pitchFamily="34" charset="0"/>
                <a:ea typeface="微软雅黑" panose="020B0503020204020204" charset="-122"/>
              </a:defRPr>
            </a:lvl1pPr>
            <a:lvl2pPr>
              <a:defRPr b="0" i="0">
                <a:latin typeface="Arial" panose="020B0604020202020204" pitchFamily="34" charset="0"/>
                <a:ea typeface="微软雅黑" panose="020B0503020204020204" charset="-122"/>
              </a:defRPr>
            </a:lvl2pPr>
            <a:lvl3pPr>
              <a:defRPr b="0" i="0">
                <a:latin typeface="Arial" panose="020B0604020202020204" pitchFamily="34" charset="0"/>
                <a:ea typeface="微软雅黑" panose="020B0503020204020204" charset="-122"/>
              </a:defRPr>
            </a:lvl3pPr>
            <a:lvl4pPr>
              <a:defRPr b="0" i="0">
                <a:latin typeface="Arial" panose="020B0604020202020204" pitchFamily="34" charset="0"/>
                <a:ea typeface="微软雅黑" panose="020B0503020204020204" charset="-122"/>
              </a:defRPr>
            </a:lvl4pPr>
            <a:lvl5pPr>
              <a:defRPr b="0" i="0">
                <a:latin typeface="Arial" panose="020B0604020202020204" pitchFamily="34" charset="0"/>
                <a:ea typeface="微软雅黑" panose="020B0503020204020204" charset="-122"/>
              </a:defRPr>
            </a:lvl5pPr>
          </a:lstStyle>
          <a:p>
            <a:pPr lvl="0"/>
            <a:r>
              <a:rPr lang="zh-CN" altLang="en-US" noProof="0" dirty="0"/>
              <a:t>单击此处编辑母版文本样式</a:t>
            </a:r>
            <a:endParaRPr lang="zh-CN" altLang="en-US" noProof="0" dirty="0"/>
          </a:p>
          <a:p>
            <a:pPr lvl="1"/>
            <a:r>
              <a:rPr lang="zh-CN" altLang="en-US" noProof="0" dirty="0"/>
              <a:t>第二级</a:t>
            </a:r>
            <a:endParaRPr lang="zh-CN" altLang="en-US" noProof="0" dirty="0"/>
          </a:p>
          <a:p>
            <a:pPr lvl="2"/>
            <a:r>
              <a:rPr lang="zh-CN" altLang="en-US" noProof="0" dirty="0"/>
              <a:t>第三级</a:t>
            </a:r>
            <a:endParaRPr lang="zh-CN" altLang="en-US" noProof="0" dirty="0"/>
          </a:p>
          <a:p>
            <a:pPr lvl="3"/>
            <a:r>
              <a:rPr lang="zh-CN" altLang="en-US" noProof="0" dirty="0"/>
              <a:t>第四级</a:t>
            </a:r>
            <a:endParaRPr lang="zh-CN" altLang="en-US" noProof="0" dirty="0"/>
          </a:p>
          <a:p>
            <a:pPr lvl="4"/>
            <a:r>
              <a:rPr lang="zh-CN" altLang="en-US" noProof="0" dirty="0"/>
              <a:t>第五级</a:t>
            </a:r>
            <a:endParaRPr lang="en-US" noProof="0" dirty="0"/>
          </a:p>
        </p:txBody>
      </p:sp>
      <p:sp>
        <p:nvSpPr>
          <p:cNvPr id="43" name="矩形 42"/>
          <p:cNvSpPr/>
          <p:nvPr userDrawn="1"/>
        </p:nvSpPr>
        <p:spPr>
          <a:xfrm>
            <a:off x="383647"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44" name="矩形 43"/>
          <p:cNvSpPr/>
          <p:nvPr userDrawn="1"/>
        </p:nvSpPr>
        <p:spPr>
          <a:xfrm>
            <a:off x="191344"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grpSp>
        <p:nvGrpSpPr>
          <p:cNvPr id="65" name="组合 64"/>
          <p:cNvGrpSpPr>
            <a:grpSpLocks noChangeAspect="1"/>
          </p:cNvGrpSpPr>
          <p:nvPr userDrawn="1"/>
        </p:nvGrpSpPr>
        <p:grpSpPr>
          <a:xfrm>
            <a:off x="11036334" y="371250"/>
            <a:ext cx="971869" cy="537470"/>
            <a:chOff x="10728252" y="116959"/>
            <a:chExt cx="1293558" cy="715373"/>
          </a:xfrm>
          <a:solidFill>
            <a:srgbClr val="005BAD"/>
          </a:solidFill>
        </p:grpSpPr>
        <p:sp>
          <p:nvSpPr>
            <p:cNvPr id="66" name="ïSļíḋe"/>
            <p:cNvSpPr/>
            <p:nvPr userDrawn="1"/>
          </p:nvSpPr>
          <p:spPr bwMode="auto">
            <a:xfrm>
              <a:off x="10844646" y="498022"/>
              <a:ext cx="156074" cy="25047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67" name="îSḷîḓé"/>
            <p:cNvSpPr/>
            <p:nvPr userDrawn="1"/>
          </p:nvSpPr>
          <p:spPr bwMode="auto">
            <a:xfrm>
              <a:off x="10963687" y="498022"/>
              <a:ext cx="166655" cy="25047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68" name="işļïḑê"/>
            <p:cNvSpPr/>
            <p:nvPr userDrawn="1"/>
          </p:nvSpPr>
          <p:spPr bwMode="auto">
            <a:xfrm>
              <a:off x="10937233" y="650019"/>
              <a:ext cx="66134" cy="3211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69" name="iṣḷiḑè"/>
            <p:cNvSpPr/>
            <p:nvPr userDrawn="1"/>
          </p:nvSpPr>
          <p:spPr bwMode="auto">
            <a:xfrm>
              <a:off x="11088015" y="498022"/>
              <a:ext cx="158719" cy="25047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0" name="ïṣľídè"/>
            <p:cNvSpPr/>
            <p:nvPr userDrawn="1"/>
          </p:nvSpPr>
          <p:spPr bwMode="auto">
            <a:xfrm>
              <a:off x="11207055" y="498022"/>
              <a:ext cx="156074" cy="25047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rgbClr val="000000"/>
                </a:solidFill>
                <a:effectLst/>
                <a:uLnTx/>
                <a:uFillTx/>
                <a:latin typeface="Century Gothic" panose="020B0502020202020204"/>
                <a:ea typeface="微软雅黑" panose="020B0503020204020204" charset="-122"/>
              </a:endParaRPr>
            </a:p>
          </p:txBody>
        </p:sp>
        <p:sp>
          <p:nvSpPr>
            <p:cNvPr id="71" name="íSļîḓé"/>
            <p:cNvSpPr/>
            <p:nvPr userDrawn="1"/>
          </p:nvSpPr>
          <p:spPr bwMode="auto">
            <a:xfrm>
              <a:off x="11170020" y="714243"/>
              <a:ext cx="66134" cy="3425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2" name="iṩ1ídè"/>
            <p:cNvSpPr/>
            <p:nvPr userDrawn="1"/>
          </p:nvSpPr>
          <p:spPr bwMode="auto">
            <a:xfrm>
              <a:off x="10728252" y="116959"/>
              <a:ext cx="1293558" cy="700044"/>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3" name="ïşľíḑé"/>
            <p:cNvSpPr/>
            <p:nvPr userDrawn="1"/>
          </p:nvSpPr>
          <p:spPr bwMode="auto">
            <a:xfrm>
              <a:off x="11561527" y="472332"/>
              <a:ext cx="185172" cy="360000"/>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grpSp>
      <p:cxnSp>
        <p:nvCxnSpPr>
          <p:cNvPr id="77" name="直接连接符 23"/>
          <p:cNvCxnSpPr/>
          <p:nvPr userDrawn="1"/>
        </p:nvCxnSpPr>
        <p:spPr>
          <a:xfrm>
            <a:off x="0" y="908720"/>
            <a:ext cx="12192000" cy="12363"/>
          </a:xfrm>
          <a:prstGeom prst="line">
            <a:avLst/>
          </a:prstGeom>
          <a:noFill/>
          <a:ln w="6350" cap="flat" cmpd="sng" algn="ctr">
            <a:solidFill>
              <a:srgbClr val="005BAD">
                <a:alpha val="80000"/>
              </a:srgbClr>
            </a:solidFill>
            <a:prstDash val="solid"/>
            <a:miter lim="800000"/>
          </a:ln>
          <a:effectLst/>
        </p:spPr>
      </p:cxnSp>
      <p:cxnSp>
        <p:nvCxnSpPr>
          <p:cNvPr id="82" name="直接连接符 23"/>
          <p:cNvCxnSpPr/>
          <p:nvPr userDrawn="1"/>
        </p:nvCxnSpPr>
        <p:spPr>
          <a:xfrm>
            <a:off x="-2381" y="6512981"/>
            <a:ext cx="12192000" cy="12363"/>
          </a:xfrm>
          <a:prstGeom prst="line">
            <a:avLst/>
          </a:prstGeom>
          <a:noFill/>
          <a:ln w="6350" cap="flat" cmpd="sng" algn="ctr">
            <a:solidFill>
              <a:srgbClr val="005BAD">
                <a:alpha val="75000"/>
              </a:srgbClr>
            </a:solidFill>
            <a:prstDash val="solid"/>
            <a:miter lim="800000"/>
          </a:ln>
          <a:effectLst/>
        </p:spPr>
      </p:cxnSp>
      <p:cxnSp>
        <p:nvCxnSpPr>
          <p:cNvPr id="40" name="直接连接符 23"/>
          <p:cNvCxnSpPr/>
          <p:nvPr userDrawn="1"/>
        </p:nvCxnSpPr>
        <p:spPr>
          <a:xfrm flipV="1">
            <a:off x="6096000" y="980728"/>
            <a:ext cx="0" cy="5472609"/>
          </a:xfrm>
          <a:prstGeom prst="line">
            <a:avLst/>
          </a:prstGeom>
          <a:noFill/>
          <a:ln w="6350" cap="flat" cmpd="sng" algn="ctr">
            <a:solidFill>
              <a:srgbClr val="005BAD">
                <a:alpha val="75000"/>
              </a:srgbClr>
            </a:solidFill>
            <a:prstDash val="solid"/>
            <a:miter lim="800000"/>
          </a:ln>
          <a:effectLst/>
        </p:spPr>
      </p:cxnSp>
      <p:sp>
        <p:nvSpPr>
          <p:cNvPr id="41" name="日期占位符 135"/>
          <p:cNvSpPr txBox="1"/>
          <p:nvPr userDrawn="1"/>
        </p:nvSpPr>
        <p:spPr>
          <a:xfrm>
            <a:off x="9048328" y="6555494"/>
            <a:ext cx="2883976" cy="267573"/>
          </a:xfrm>
          <a:prstGeom prst="rect">
            <a:avLst/>
          </a:prstGeom>
        </p:spPr>
        <p:txBody>
          <a:bodyPr anchor="ctr"/>
          <a:lstStyle>
            <a:defPPr>
              <a:defRPr lang="zh-CN"/>
            </a:defPPr>
            <a:lvl1pPr marL="0" algn="r"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dirty="0">
                <a:solidFill>
                  <a:srgbClr val="005BAD">
                    <a:alpha val="75000"/>
                  </a:srgbClr>
                </a:solidFill>
                <a:latin typeface="微软雅黑" panose="020B0503020204020204" charset="-122"/>
                <a:ea typeface="微软雅黑" panose="020B0503020204020204" charset="-122"/>
              </a:rPr>
              <a:t>华中科技大学电子信息与通信学院</a:t>
            </a:r>
            <a:endParaRPr lang="zh-CN" altLang="en-US" dirty="0">
              <a:solidFill>
                <a:srgbClr val="005BAD">
                  <a:alpha val="75000"/>
                </a:srgbClr>
              </a:solidFill>
              <a:latin typeface="微软雅黑" panose="020B0503020204020204" charset="-122"/>
              <a:ea typeface="微软雅黑" panose="020B0503020204020204" charset="-122"/>
            </a:endParaRPr>
          </a:p>
        </p:txBody>
      </p:sp>
      <p:sp>
        <p:nvSpPr>
          <p:cNvPr id="42" name="页脚占位符 136"/>
          <p:cNvSpPr txBox="1"/>
          <p:nvPr userDrawn="1"/>
        </p:nvSpPr>
        <p:spPr>
          <a:xfrm>
            <a:off x="187688" y="6552438"/>
            <a:ext cx="2880000" cy="273685"/>
          </a:xfrm>
          <a:prstGeom prst="rect">
            <a:avLst/>
          </a:prstGeom>
        </p:spPr>
        <p:txBody>
          <a:bodyPr vert="horz" lIns="91440" tIns="45720" rIns="91440" bIns="45720" rtlCol="0" anchor="ctr"/>
          <a:lstStyle>
            <a:defPPr>
              <a:defRPr lang="zh-CN"/>
            </a:defPPr>
            <a:lvl1pPr marL="0" algn="dist"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rgbClr val="005BAD">
                    <a:alpha val="75000"/>
                  </a:srgbClr>
                </a:solidFill>
                <a:latin typeface="微软雅黑" panose="020B0503020204020204" charset="-122"/>
                <a:ea typeface="微软雅黑" panose="020B0503020204020204" charset="-122"/>
              </a:rPr>
              <a:t>明德厚学 求是创新</a:t>
            </a:r>
            <a:endParaRPr lang="zh-CN" altLang="en-US" dirty="0">
              <a:solidFill>
                <a:srgbClr val="005BAD">
                  <a:alpha val="75000"/>
                </a:srgbClr>
              </a:solidFill>
              <a:latin typeface="微软雅黑" panose="020B0503020204020204" charset="-122"/>
              <a:ea typeface="微软雅黑" panose="020B0503020204020204" charset="-122"/>
            </a:endParaRPr>
          </a:p>
        </p:txBody>
      </p:sp>
      <p:sp>
        <p:nvSpPr>
          <p:cNvPr id="46" name="Title 1"/>
          <p:cNvSpPr>
            <a:spLocks noGrp="1"/>
          </p:cNvSpPr>
          <p:nvPr>
            <p:ph type="title"/>
          </p:nvPr>
        </p:nvSpPr>
        <p:spPr>
          <a:xfrm>
            <a:off x="671647" y="395289"/>
            <a:ext cx="10209277" cy="430887"/>
          </a:xfrm>
        </p:spPr>
        <p:txBody>
          <a:bodyPr lIns="108000"/>
          <a:lstStyle>
            <a:lvl1pPr>
              <a:defRPr sz="2800" b="1">
                <a:latin typeface="微软雅黑" panose="020B0503020204020204" charset="-122"/>
                <a:ea typeface="微软雅黑" panose="020B0503020204020204" charset="-122"/>
              </a:defRPr>
            </a:lvl1pPr>
          </a:lstStyle>
          <a:p>
            <a:r>
              <a:rPr lang="zh-CN" altLang="en-US" noProof="0" dirty="0"/>
              <a:t>单击此处编辑母版标题样式</a:t>
            </a:r>
            <a:endParaRPr lang="en-US" noProof="0" dirty="0"/>
          </a:p>
        </p:txBody>
      </p:sp>
      <p:sp>
        <p:nvSpPr>
          <p:cNvPr id="47" name="Slide Number Placeholder 5"/>
          <p:cNvSpPr txBox="1"/>
          <p:nvPr userDrawn="1"/>
        </p:nvSpPr>
        <p:spPr>
          <a:xfrm>
            <a:off x="5853936" y="6626574"/>
            <a:ext cx="480484" cy="125413"/>
          </a:xfrm>
          <a:prstGeom prst="rect">
            <a:avLst/>
          </a:prstGeom>
        </p:spPr>
        <p:txBody>
          <a:bodyPr vert="horz" lIns="0" tIns="0" rIns="0" bIns="0" rtlCol="0" anchor="b" anchorCtr="0">
            <a:noAutofit/>
          </a:bodyPr>
          <a:lstStyle>
            <a:defPPr>
              <a:defRPr lang="en-US"/>
            </a:defPPr>
            <a:lvl1pPr marL="0" algn="l" defTabSz="914400" rtl="0" eaLnBrk="1" fontAlgn="auto" latinLnBrk="0" hangingPunct="1">
              <a:spcBef>
                <a:spcPts val="0"/>
              </a:spcBef>
              <a:spcAft>
                <a:spcPts val="0"/>
              </a:spcAft>
              <a:defRPr sz="1000" b="1" kern="1200" smtClean="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73DA0BB7-265A-403C-9275-D587AB510EDC}" type="slidenum">
              <a:rPr lang="zh-TW" altLang="en-US" b="0" smtClean="0">
                <a:solidFill>
                  <a:srgbClr val="005BAD">
                    <a:alpha val="75000"/>
                  </a:srgbClr>
                </a:solidFill>
                <a:latin typeface="微软雅黑" panose="020B0503020204020204" charset="-122"/>
                <a:ea typeface="微软雅黑" panose="020B0503020204020204" charset="-122"/>
              </a:rPr>
            </a:fld>
            <a:endParaRPr lang="zh-TW" altLang="en-US" b="0" dirty="0">
              <a:solidFill>
                <a:srgbClr val="005BAD">
                  <a:alpha val="75000"/>
                </a:srgbClr>
              </a:solidFill>
              <a:latin typeface="微软雅黑" panose="020B0503020204020204" charset="-122"/>
              <a:ea typeface="微软雅黑" panose="020B0503020204020204"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无标题空白页">
    <p:spTree>
      <p:nvGrpSpPr>
        <p:cNvPr id="1" name=""/>
        <p:cNvGrpSpPr/>
        <p:nvPr/>
      </p:nvGrpSpPr>
      <p:grpSpPr>
        <a:xfrm>
          <a:off x="0" y="0"/>
          <a:ext cx="0" cy="0"/>
          <a:chOff x="0" y="0"/>
          <a:chExt cx="0" cy="0"/>
        </a:xfrm>
      </p:grpSpPr>
      <p:cxnSp>
        <p:nvCxnSpPr>
          <p:cNvPr id="8" name="Straight Arrow Connector 5"/>
          <p:cNvCxnSpPr/>
          <p:nvPr userDrawn="1"/>
        </p:nvCxnSpPr>
        <p:spPr>
          <a:xfrm>
            <a:off x="-1145117" y="6303964"/>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userDrawn="1"/>
        </p:nvCxnSpPr>
        <p:spPr>
          <a:xfrm>
            <a:off x="-1145117" y="12588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userDrawn="1"/>
        </p:nvCxnSpPr>
        <p:spPr>
          <a:xfrm>
            <a:off x="-1145117" y="7635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11" name="TextBox 16"/>
          <p:cNvSpPr txBox="1">
            <a:spLocks noChangeArrowheads="1"/>
          </p:cNvSpPr>
          <p:nvPr userDrawn="1"/>
        </p:nvSpPr>
        <p:spPr bwMode="auto">
          <a:xfrm>
            <a:off x="-2423583" y="6581776"/>
            <a:ext cx="223943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900" dirty="0">
                <a:solidFill>
                  <a:srgbClr val="FFFFFF"/>
                </a:solidFill>
              </a:rPr>
              <a:t>White markers indicate position of  Drawing Guides</a:t>
            </a:r>
            <a:endParaRPr lang="en-US" sz="900" dirty="0">
              <a:solidFill>
                <a:srgbClr val="FFFFFF"/>
              </a:solidFill>
            </a:endParaRPr>
          </a:p>
        </p:txBody>
      </p:sp>
      <p:sp>
        <p:nvSpPr>
          <p:cNvPr id="12" name="TextBox 17"/>
          <p:cNvSpPr txBox="1">
            <a:spLocks noChangeArrowheads="1"/>
          </p:cNvSpPr>
          <p:nvPr userDrawn="1"/>
        </p:nvSpPr>
        <p:spPr bwMode="auto">
          <a:xfrm>
            <a:off x="-1255183" y="896938"/>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7.40 cm</a:t>
            </a:r>
            <a:endParaRPr lang="en-US" sz="700">
              <a:solidFill>
                <a:srgbClr val="FFFFFF"/>
              </a:solidFill>
            </a:endParaRPr>
          </a:p>
          <a:p>
            <a:pPr algn="r">
              <a:spcAft>
                <a:spcPts val="300"/>
              </a:spcAft>
            </a:pPr>
            <a:r>
              <a:rPr lang="en-US" sz="700">
                <a:solidFill>
                  <a:srgbClr val="FFFFFF"/>
                </a:solidFill>
              </a:rPr>
              <a:t>2.91 Inches</a:t>
            </a:r>
            <a:endParaRPr lang="en-US" sz="700">
              <a:solidFill>
                <a:srgbClr val="FFFFFF"/>
              </a:solidFill>
            </a:endParaRPr>
          </a:p>
        </p:txBody>
      </p:sp>
      <p:sp>
        <p:nvSpPr>
          <p:cNvPr id="13" name="TextBox 18"/>
          <p:cNvSpPr txBox="1">
            <a:spLocks noChangeArrowheads="1"/>
          </p:cNvSpPr>
          <p:nvPr userDrawn="1"/>
        </p:nvSpPr>
        <p:spPr bwMode="auto">
          <a:xfrm>
            <a:off x="-1255183" y="13779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6.00 cm</a:t>
            </a:r>
            <a:endParaRPr lang="en-US" sz="700">
              <a:solidFill>
                <a:srgbClr val="FFFFFF"/>
              </a:solidFill>
            </a:endParaRPr>
          </a:p>
          <a:p>
            <a:pPr algn="r">
              <a:spcAft>
                <a:spcPts val="300"/>
              </a:spcAft>
            </a:pPr>
            <a:r>
              <a:rPr lang="en-US" sz="700">
                <a:solidFill>
                  <a:srgbClr val="FFFFFF"/>
                </a:solidFill>
              </a:rPr>
              <a:t>2.36 Inches</a:t>
            </a:r>
            <a:endParaRPr lang="en-US" sz="700">
              <a:solidFill>
                <a:srgbClr val="FFFFFF"/>
              </a:solidFill>
            </a:endParaRPr>
          </a:p>
        </p:txBody>
      </p:sp>
      <p:sp>
        <p:nvSpPr>
          <p:cNvPr id="14" name="TextBox 19"/>
          <p:cNvSpPr txBox="1">
            <a:spLocks noChangeArrowheads="1"/>
          </p:cNvSpPr>
          <p:nvPr userDrawn="1"/>
        </p:nvSpPr>
        <p:spPr bwMode="auto">
          <a:xfrm>
            <a:off x="-1255183" y="5921375"/>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8.00 cm</a:t>
            </a:r>
            <a:endParaRPr lang="en-US" sz="700">
              <a:solidFill>
                <a:srgbClr val="FFFFFF"/>
              </a:solidFill>
            </a:endParaRPr>
          </a:p>
          <a:p>
            <a:pPr algn="r">
              <a:spcAft>
                <a:spcPts val="300"/>
              </a:spcAft>
            </a:pPr>
            <a:r>
              <a:rPr lang="en-US" sz="700">
                <a:solidFill>
                  <a:srgbClr val="FFFFFF"/>
                </a:solidFill>
              </a:rPr>
              <a:t>3.15 Inches</a:t>
            </a:r>
            <a:endParaRPr lang="en-US" sz="700">
              <a:solidFill>
                <a:srgbClr val="FFFFFF"/>
              </a:solidFill>
            </a:endParaRPr>
          </a:p>
        </p:txBody>
      </p:sp>
      <p:cxnSp>
        <p:nvCxnSpPr>
          <p:cNvPr id="15" name="Straight Arrow Connector 21"/>
          <p:cNvCxnSpPr/>
          <p:nvPr userDrawn="1"/>
        </p:nvCxnSpPr>
        <p:spPr>
          <a:xfrm rot="5400000" flipH="1" flipV="1">
            <a:off x="-296863" y="1308630"/>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16" name="Straight Arrow Connector 22"/>
          <p:cNvCxnSpPr/>
          <p:nvPr userDrawn="1"/>
        </p:nvCxnSpPr>
        <p:spPr>
          <a:xfrm rot="5400000" flipH="1" flipV="1">
            <a:off x="-296863" y="811743"/>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17" name="Straight Arrow Connector 23"/>
          <p:cNvCxnSpPr/>
          <p:nvPr userDrawn="1"/>
        </p:nvCxnSpPr>
        <p:spPr>
          <a:xfrm rot="5400000" flipH="1" flipV="1">
            <a:off x="-296863" y="6240993"/>
            <a:ext cx="92075" cy="2117"/>
          </a:xfrm>
          <a:prstGeom prst="straightConnector1">
            <a:avLst/>
          </a:prstGeom>
          <a:ln w="3175">
            <a:solidFill>
              <a:schemeClr val="bg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18" name="AutoShape 4"/>
          <p:cNvSpPr/>
          <p:nvPr userDrawn="1"/>
        </p:nvSpPr>
        <p:spPr bwMode="gray">
          <a:xfrm>
            <a:off x="-2055284" y="0"/>
            <a:ext cx="1871133" cy="584775"/>
          </a:xfrm>
          <a:prstGeom prst="rect">
            <a:avLst/>
          </a:prstGeom>
          <a:noFill/>
          <a:ln w="12700" algn="ctr">
            <a:noFill/>
            <a:miter lim="800000"/>
          </a:ln>
          <a:effectLst/>
        </p:spPr>
        <p:txBody>
          <a:bodyPr lIns="0" tIns="0" rIns="0" bIns="0">
            <a:spAutoFit/>
          </a:bodyPr>
          <a:lstStyle/>
          <a:p>
            <a:pPr>
              <a:defRPr/>
            </a:pPr>
            <a:r>
              <a:rPr lang="en-US" sz="700" b="1" dirty="0">
                <a:solidFill>
                  <a:srgbClr val="FFFFFF"/>
                </a:solidFill>
              </a:rPr>
              <a:t>To view  drawing guides:</a:t>
            </a:r>
            <a:endParaRPr lang="en-US" sz="700" b="1" dirty="0">
              <a:solidFill>
                <a:srgbClr val="FFFFFF"/>
              </a:solidFill>
            </a:endParaRPr>
          </a:p>
          <a:p>
            <a:pPr>
              <a:defRPr/>
            </a:pPr>
            <a:endParaRPr lang="en-US" sz="300" b="1" dirty="0">
              <a:solidFill>
                <a:srgbClr val="FFFFFF"/>
              </a:solidFill>
            </a:endParaRPr>
          </a:p>
          <a:p>
            <a:pPr marL="180975" indent="-180975">
              <a:buFont typeface="+mj-lt"/>
              <a:buAutoNum type="arabicPeriod"/>
              <a:defRPr/>
            </a:pPr>
            <a:r>
              <a:rPr lang="en-US" sz="700" dirty="0">
                <a:solidFill>
                  <a:srgbClr val="FFFFFF"/>
                </a:solidFill>
              </a:rPr>
              <a:t>Right-click on slide and select ’Grid and Guides...’</a:t>
            </a:r>
            <a:endParaRPr lang="en-US" sz="700" dirty="0">
              <a:solidFill>
                <a:srgbClr val="FFFFFF"/>
              </a:solidFill>
            </a:endParaRPr>
          </a:p>
          <a:p>
            <a:pPr marL="180975" indent="-180975">
              <a:buFont typeface="+mj-lt"/>
              <a:buAutoNum type="arabicPeriod"/>
              <a:defRPr/>
            </a:pPr>
            <a:r>
              <a:rPr lang="en-US" sz="700" dirty="0">
                <a:solidFill>
                  <a:srgbClr val="FFFFFF"/>
                </a:solidFill>
              </a:rPr>
              <a:t>Check ’Display drawing guides on screen’</a:t>
            </a:r>
            <a:endParaRPr lang="en-US" sz="700" dirty="0">
              <a:solidFill>
                <a:srgbClr val="FFFFFF"/>
              </a:solidFill>
            </a:endParaRPr>
          </a:p>
          <a:p>
            <a:pPr marL="180975" indent="-180975">
              <a:buFont typeface="+mj-lt"/>
              <a:buAutoNum type="arabicPeriod"/>
              <a:defRPr/>
            </a:pPr>
            <a:r>
              <a:rPr lang="en-US" sz="700" dirty="0">
                <a:solidFill>
                  <a:srgbClr val="FFFFFF"/>
                </a:solidFill>
              </a:rPr>
              <a:t>Select ’OK’</a:t>
            </a:r>
            <a:endParaRPr lang="en-US" sz="700" dirty="0">
              <a:solidFill>
                <a:srgbClr val="FFFFFF"/>
              </a:solidFill>
            </a:endParaRPr>
          </a:p>
        </p:txBody>
      </p:sp>
      <p:cxnSp>
        <p:nvCxnSpPr>
          <p:cNvPr id="19" name="Straight Arrow Connector 6"/>
          <p:cNvCxnSpPr/>
          <p:nvPr userDrawn="1"/>
        </p:nvCxnSpPr>
        <p:spPr>
          <a:xfrm>
            <a:off x="4720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20" name="Straight Arrow Connector 7"/>
          <p:cNvCxnSpPr/>
          <p:nvPr userDrawn="1"/>
        </p:nvCxnSpPr>
        <p:spPr>
          <a:xfrm>
            <a:off x="11703051"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21" name="Straight Arrow Connector 10"/>
          <p:cNvCxnSpPr/>
          <p:nvPr userDrawn="1"/>
        </p:nvCxnSpPr>
        <p:spPr>
          <a:xfrm>
            <a:off x="58568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22" name="Straight Arrow Connector 11"/>
          <p:cNvCxnSpPr/>
          <p:nvPr userDrawn="1"/>
        </p:nvCxnSpPr>
        <p:spPr>
          <a:xfrm>
            <a:off x="6335184"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23" name="TextBox 20"/>
          <p:cNvSpPr txBox="1">
            <a:spLocks noChangeArrowheads="1"/>
          </p:cNvSpPr>
          <p:nvPr userDrawn="1"/>
        </p:nvSpPr>
        <p:spPr bwMode="auto">
          <a:xfrm>
            <a:off x="4783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pPr>
            <a:r>
              <a:rPr lang="en-US" sz="700">
                <a:solidFill>
                  <a:srgbClr val="FFFFFF"/>
                </a:solidFill>
                <a:sym typeface="Wingdings" panose="05000000000000000000" pitchFamily="2" charset="2"/>
              </a:rPr>
              <a:t></a:t>
            </a:r>
            <a:r>
              <a:rPr lang="en-US" sz="700">
                <a:solidFill>
                  <a:srgbClr val="FFFFFF"/>
                </a:solidFill>
              </a:rPr>
              <a:t>11.70 cm</a:t>
            </a:r>
            <a:endParaRPr lang="en-US" sz="700">
              <a:solidFill>
                <a:srgbClr val="FFFFFF"/>
              </a:solidFill>
            </a:endParaRPr>
          </a:p>
          <a:p>
            <a:pPr>
              <a:spcAft>
                <a:spcPts val="300"/>
              </a:spcAft>
            </a:pPr>
            <a:r>
              <a:rPr lang="en-US" sz="700">
                <a:solidFill>
                  <a:srgbClr val="FFFFFF"/>
                </a:solidFill>
                <a:sym typeface="Wingdings" panose="05000000000000000000" pitchFamily="2" charset="2"/>
              </a:rPr>
              <a:t> 4.61 inches</a:t>
            </a:r>
            <a:endParaRPr lang="en-US" sz="700">
              <a:solidFill>
                <a:srgbClr val="FFFFFF"/>
              </a:solidFill>
            </a:endParaRPr>
          </a:p>
        </p:txBody>
      </p:sp>
      <p:sp>
        <p:nvSpPr>
          <p:cNvPr id="24" name="TextBox 21"/>
          <p:cNvSpPr txBox="1">
            <a:spLocks noChangeArrowheads="1"/>
          </p:cNvSpPr>
          <p:nvPr userDrawn="1"/>
        </p:nvSpPr>
        <p:spPr bwMode="auto">
          <a:xfrm>
            <a:off x="47709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0.50 cm </a:t>
            </a:r>
            <a:r>
              <a:rPr lang="en-US" sz="700">
                <a:solidFill>
                  <a:srgbClr val="FFFFFF"/>
                </a:solidFill>
                <a:sym typeface="Wingdings" panose="05000000000000000000" pitchFamily="2" charset="2"/>
              </a:rPr>
              <a:t></a:t>
            </a:r>
            <a:endParaRPr lang="en-US" sz="700">
              <a:solidFill>
                <a:srgbClr val="FFFFFF"/>
              </a:solidFill>
              <a:sym typeface="Wingdings" panose="05000000000000000000" pitchFamily="2" charset="2"/>
            </a:endParaRPr>
          </a:p>
          <a:p>
            <a:pPr algn="r">
              <a:spcAft>
                <a:spcPts val="300"/>
              </a:spcAft>
            </a:pPr>
            <a:r>
              <a:rPr lang="en-US" sz="700">
                <a:solidFill>
                  <a:srgbClr val="FFFFFF"/>
                </a:solidFill>
                <a:sym typeface="Wingdings" panose="05000000000000000000" pitchFamily="2" charset="2"/>
              </a:rPr>
              <a:t>0.2 inches </a:t>
            </a:r>
            <a:endParaRPr lang="en-US" sz="700">
              <a:solidFill>
                <a:srgbClr val="FFFFFF"/>
              </a:solidFill>
            </a:endParaRPr>
          </a:p>
        </p:txBody>
      </p:sp>
      <p:sp>
        <p:nvSpPr>
          <p:cNvPr id="25" name="TextBox 22"/>
          <p:cNvSpPr txBox="1">
            <a:spLocks noChangeArrowheads="1"/>
          </p:cNvSpPr>
          <p:nvPr userDrawn="1"/>
        </p:nvSpPr>
        <p:spPr bwMode="auto">
          <a:xfrm>
            <a:off x="6350001"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buFont typeface="Wingdings" panose="05000000000000000000" pitchFamily="2" charset="2"/>
              <a:buChar char="ß"/>
            </a:pPr>
            <a:r>
              <a:rPr lang="en-US" sz="700">
                <a:solidFill>
                  <a:srgbClr val="FFFFFF"/>
                </a:solidFill>
              </a:rPr>
              <a:t>0.50 cm</a:t>
            </a:r>
            <a:endParaRPr lang="en-US" sz="700">
              <a:solidFill>
                <a:srgbClr val="FFFFFF"/>
              </a:solidFill>
            </a:endParaRPr>
          </a:p>
          <a:p>
            <a:pPr>
              <a:spcAft>
                <a:spcPts val="300"/>
              </a:spcAft>
            </a:pPr>
            <a:r>
              <a:rPr lang="en-US" sz="700">
                <a:solidFill>
                  <a:srgbClr val="FFFFFF"/>
                </a:solidFill>
                <a:sym typeface="Wingdings" panose="05000000000000000000" pitchFamily="2" charset="2"/>
              </a:rPr>
              <a:t> 0.2 inches</a:t>
            </a:r>
            <a:endParaRPr lang="en-US" sz="700">
              <a:solidFill>
                <a:srgbClr val="FFFFFF"/>
              </a:solidFill>
            </a:endParaRPr>
          </a:p>
        </p:txBody>
      </p:sp>
      <p:sp>
        <p:nvSpPr>
          <p:cNvPr id="26" name="TextBox 23"/>
          <p:cNvSpPr txBox="1">
            <a:spLocks noChangeArrowheads="1"/>
          </p:cNvSpPr>
          <p:nvPr userDrawn="1"/>
        </p:nvSpPr>
        <p:spPr bwMode="auto">
          <a:xfrm>
            <a:off x="10627785"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11.70 cm </a:t>
            </a:r>
            <a:r>
              <a:rPr lang="en-US" sz="700">
                <a:solidFill>
                  <a:srgbClr val="FFFFFF"/>
                </a:solidFill>
                <a:sym typeface="Wingdings" panose="05000000000000000000" pitchFamily="2" charset="2"/>
              </a:rPr>
              <a:t></a:t>
            </a:r>
            <a:endParaRPr lang="en-US" sz="700">
              <a:solidFill>
                <a:srgbClr val="FFFFFF"/>
              </a:solidFill>
            </a:endParaRPr>
          </a:p>
          <a:p>
            <a:pPr algn="r">
              <a:spcAft>
                <a:spcPts val="300"/>
              </a:spcAft>
            </a:pPr>
            <a:r>
              <a:rPr lang="en-US" sz="700">
                <a:solidFill>
                  <a:srgbClr val="FFFFFF"/>
                </a:solidFill>
                <a:sym typeface="Wingdings" panose="05000000000000000000" pitchFamily="2" charset="2"/>
              </a:rPr>
              <a:t> 4.61 inches </a:t>
            </a:r>
            <a:endParaRPr lang="en-US" sz="700">
              <a:solidFill>
                <a:srgbClr val="FFFFFF"/>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内页">
    <p:spTree>
      <p:nvGrpSpPr>
        <p:cNvPr id="1" name=""/>
        <p:cNvGrpSpPr/>
        <p:nvPr/>
      </p:nvGrpSpPr>
      <p:grpSpPr>
        <a:xfrm>
          <a:off x="0" y="0"/>
          <a:ext cx="0" cy="0"/>
          <a:chOff x="0" y="0"/>
          <a:chExt cx="0" cy="0"/>
        </a:xfrm>
      </p:grpSpPr>
      <p:cxnSp>
        <p:nvCxnSpPr>
          <p:cNvPr id="5" name="Straight Arrow Connector 4"/>
          <p:cNvCxnSpPr/>
          <p:nvPr/>
        </p:nvCxnSpPr>
        <p:spPr>
          <a:xfrm>
            <a:off x="-1145117" y="6303964"/>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a:off x="4720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11703051"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145117" y="12588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1145117" y="7635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58568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6335184"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13" name="TextBox 16"/>
          <p:cNvSpPr txBox="1">
            <a:spLocks noChangeArrowheads="1"/>
          </p:cNvSpPr>
          <p:nvPr/>
        </p:nvSpPr>
        <p:spPr bwMode="auto">
          <a:xfrm>
            <a:off x="-2423583" y="6581776"/>
            <a:ext cx="223943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900" dirty="0">
                <a:solidFill>
                  <a:srgbClr val="FFFFFF"/>
                </a:solidFill>
                <a:latin typeface="微软雅黑" panose="020B0503020204020204" charset="-122"/>
                <a:ea typeface="微软雅黑" panose="020B0503020204020204" charset="-122"/>
              </a:rPr>
              <a:t>White markers indicate position of  Drawing Guides</a:t>
            </a:r>
            <a:endParaRPr lang="en-US" sz="900" dirty="0">
              <a:solidFill>
                <a:srgbClr val="FFFFFF"/>
              </a:solidFill>
              <a:latin typeface="微软雅黑" panose="020B0503020204020204" charset="-122"/>
              <a:ea typeface="微软雅黑" panose="020B0503020204020204" charset="-122"/>
            </a:endParaRPr>
          </a:p>
        </p:txBody>
      </p:sp>
      <p:sp>
        <p:nvSpPr>
          <p:cNvPr id="14" name="TextBox 17"/>
          <p:cNvSpPr txBox="1">
            <a:spLocks noChangeArrowheads="1"/>
          </p:cNvSpPr>
          <p:nvPr/>
        </p:nvSpPr>
        <p:spPr bwMode="auto">
          <a:xfrm>
            <a:off x="-1255183" y="896938"/>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dirty="0">
                <a:solidFill>
                  <a:srgbClr val="FFFFFF"/>
                </a:solidFill>
                <a:latin typeface="微软雅黑" panose="020B0503020204020204" charset="-122"/>
                <a:ea typeface="微软雅黑" panose="020B0503020204020204" charset="-122"/>
              </a:rPr>
              <a:t>7.40 cm</a:t>
            </a:r>
            <a:endParaRPr lang="en-US" sz="700" dirty="0">
              <a:solidFill>
                <a:srgbClr val="FFFFFF"/>
              </a:solidFill>
              <a:latin typeface="微软雅黑" panose="020B0503020204020204" charset="-122"/>
              <a:ea typeface="微软雅黑" panose="020B0503020204020204" charset="-122"/>
            </a:endParaRPr>
          </a:p>
          <a:p>
            <a:pPr algn="r">
              <a:spcAft>
                <a:spcPts val="300"/>
              </a:spcAft>
            </a:pPr>
            <a:r>
              <a:rPr lang="en-US" sz="700" dirty="0">
                <a:solidFill>
                  <a:srgbClr val="FFFFFF"/>
                </a:solidFill>
                <a:latin typeface="微软雅黑" panose="020B0503020204020204" charset="-122"/>
                <a:ea typeface="微软雅黑" panose="020B0503020204020204" charset="-122"/>
              </a:rPr>
              <a:t>2.91 Inches</a:t>
            </a:r>
            <a:endParaRPr lang="en-US" sz="700" dirty="0">
              <a:solidFill>
                <a:srgbClr val="FFFFFF"/>
              </a:solidFill>
              <a:latin typeface="微软雅黑" panose="020B0503020204020204" charset="-122"/>
              <a:ea typeface="微软雅黑" panose="020B0503020204020204" charset="-122"/>
            </a:endParaRPr>
          </a:p>
        </p:txBody>
      </p:sp>
      <p:sp>
        <p:nvSpPr>
          <p:cNvPr id="15" name="TextBox 18"/>
          <p:cNvSpPr txBox="1">
            <a:spLocks noChangeArrowheads="1"/>
          </p:cNvSpPr>
          <p:nvPr/>
        </p:nvSpPr>
        <p:spPr bwMode="auto">
          <a:xfrm>
            <a:off x="-1255183" y="15049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latin typeface="微软雅黑" panose="020B0503020204020204" charset="-122"/>
                <a:ea typeface="微软雅黑" panose="020B0503020204020204" charset="-122"/>
              </a:rPr>
              <a:t>6.00 cm</a:t>
            </a:r>
            <a:endParaRPr lang="en-US" sz="700">
              <a:solidFill>
                <a:srgbClr val="FFFFFF"/>
              </a:solidFill>
              <a:latin typeface="微软雅黑" panose="020B0503020204020204" charset="-122"/>
              <a:ea typeface="微软雅黑" panose="020B0503020204020204" charset="-122"/>
            </a:endParaRPr>
          </a:p>
          <a:p>
            <a:pPr algn="r">
              <a:spcAft>
                <a:spcPts val="300"/>
              </a:spcAft>
            </a:pPr>
            <a:r>
              <a:rPr lang="en-US" sz="700">
                <a:solidFill>
                  <a:srgbClr val="FFFFFF"/>
                </a:solidFill>
                <a:latin typeface="微软雅黑" panose="020B0503020204020204" charset="-122"/>
                <a:ea typeface="微软雅黑" panose="020B0503020204020204" charset="-122"/>
              </a:rPr>
              <a:t>2.36 Inches</a:t>
            </a:r>
            <a:endParaRPr lang="en-US" sz="700">
              <a:solidFill>
                <a:srgbClr val="FFFFFF"/>
              </a:solidFill>
              <a:latin typeface="微软雅黑" panose="020B0503020204020204" charset="-122"/>
              <a:ea typeface="微软雅黑" panose="020B0503020204020204" charset="-122"/>
            </a:endParaRPr>
          </a:p>
        </p:txBody>
      </p:sp>
      <p:sp>
        <p:nvSpPr>
          <p:cNvPr id="16" name="TextBox 19"/>
          <p:cNvSpPr txBox="1">
            <a:spLocks noChangeArrowheads="1"/>
          </p:cNvSpPr>
          <p:nvPr/>
        </p:nvSpPr>
        <p:spPr bwMode="auto">
          <a:xfrm>
            <a:off x="-1255183" y="5921375"/>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latin typeface="微软雅黑" panose="020B0503020204020204" charset="-122"/>
                <a:ea typeface="微软雅黑" panose="020B0503020204020204" charset="-122"/>
              </a:rPr>
              <a:t>8.00 cm</a:t>
            </a:r>
            <a:endParaRPr lang="en-US" sz="700">
              <a:solidFill>
                <a:srgbClr val="FFFFFF"/>
              </a:solidFill>
              <a:latin typeface="微软雅黑" panose="020B0503020204020204" charset="-122"/>
              <a:ea typeface="微软雅黑" panose="020B0503020204020204" charset="-122"/>
            </a:endParaRPr>
          </a:p>
          <a:p>
            <a:pPr algn="r">
              <a:spcAft>
                <a:spcPts val="300"/>
              </a:spcAft>
            </a:pPr>
            <a:r>
              <a:rPr lang="en-US" sz="700">
                <a:solidFill>
                  <a:srgbClr val="FFFFFF"/>
                </a:solidFill>
                <a:latin typeface="微软雅黑" panose="020B0503020204020204" charset="-122"/>
                <a:ea typeface="微软雅黑" panose="020B0503020204020204" charset="-122"/>
              </a:rPr>
              <a:t>3.15 Inches</a:t>
            </a:r>
            <a:endParaRPr lang="en-US" sz="700">
              <a:solidFill>
                <a:srgbClr val="FFFFFF"/>
              </a:solidFill>
              <a:latin typeface="微软雅黑" panose="020B0503020204020204" charset="-122"/>
              <a:ea typeface="微软雅黑" panose="020B0503020204020204" charset="-122"/>
            </a:endParaRPr>
          </a:p>
        </p:txBody>
      </p:sp>
      <p:sp>
        <p:nvSpPr>
          <p:cNvPr id="17" name="TextBox 20"/>
          <p:cNvSpPr txBox="1">
            <a:spLocks noChangeArrowheads="1"/>
          </p:cNvSpPr>
          <p:nvPr/>
        </p:nvSpPr>
        <p:spPr bwMode="auto">
          <a:xfrm>
            <a:off x="4783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a:t>
            </a:r>
            <a:r>
              <a:rPr lang="en-US" sz="700">
                <a:solidFill>
                  <a:srgbClr val="FFFFFF"/>
                </a:solidFill>
                <a:latin typeface="微软雅黑" panose="020B0503020204020204" charset="-122"/>
                <a:ea typeface="微软雅黑" panose="020B0503020204020204" charset="-122"/>
              </a:rPr>
              <a:t>11.70 cm</a:t>
            </a:r>
            <a:endParaRPr lang="en-US" sz="700">
              <a:solidFill>
                <a:srgbClr val="FFFFFF"/>
              </a:solidFill>
              <a:latin typeface="微软雅黑" panose="020B0503020204020204" charset="-122"/>
              <a:ea typeface="微软雅黑" panose="020B0503020204020204" charset="-122"/>
            </a:endParaRPr>
          </a:p>
          <a:p>
            <a:pP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 4.61 inches</a:t>
            </a:r>
            <a:endParaRPr lang="en-US" sz="700">
              <a:solidFill>
                <a:srgbClr val="FFFFFF"/>
              </a:solidFill>
              <a:latin typeface="微软雅黑" panose="020B0503020204020204" charset="-122"/>
              <a:ea typeface="微软雅黑" panose="020B0503020204020204" charset="-122"/>
            </a:endParaRPr>
          </a:p>
        </p:txBody>
      </p:sp>
      <p:sp>
        <p:nvSpPr>
          <p:cNvPr id="18" name="TextBox 21"/>
          <p:cNvSpPr txBox="1">
            <a:spLocks noChangeArrowheads="1"/>
          </p:cNvSpPr>
          <p:nvPr/>
        </p:nvSpPr>
        <p:spPr bwMode="auto">
          <a:xfrm>
            <a:off x="47709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latin typeface="微软雅黑" panose="020B0503020204020204" charset="-122"/>
                <a:ea typeface="微软雅黑" panose="020B0503020204020204" charset="-122"/>
              </a:rPr>
              <a:t>0.50 cm </a:t>
            </a:r>
            <a:r>
              <a:rPr lang="en-US" sz="700">
                <a:solidFill>
                  <a:srgbClr val="FFFFFF"/>
                </a:solidFill>
                <a:latin typeface="微软雅黑" panose="020B0503020204020204" charset="-122"/>
                <a:ea typeface="微软雅黑" panose="020B0503020204020204" charset="-122"/>
                <a:sym typeface="Wingdings" panose="05000000000000000000" pitchFamily="2" charset="2"/>
              </a:rPr>
              <a:t></a:t>
            </a:r>
            <a:endParaRPr lang="en-US" sz="700">
              <a:solidFill>
                <a:srgbClr val="FFFFFF"/>
              </a:solidFill>
              <a:latin typeface="微软雅黑" panose="020B0503020204020204" charset="-122"/>
              <a:ea typeface="微软雅黑" panose="020B0503020204020204" charset="-122"/>
              <a:sym typeface="Wingdings" panose="05000000000000000000" pitchFamily="2" charset="2"/>
            </a:endParaRPr>
          </a:p>
          <a:p>
            <a:pPr algn="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0.2 inches </a:t>
            </a:r>
            <a:endParaRPr lang="en-US" sz="700">
              <a:solidFill>
                <a:srgbClr val="FFFFFF"/>
              </a:solidFill>
              <a:latin typeface="微软雅黑" panose="020B0503020204020204" charset="-122"/>
              <a:ea typeface="微软雅黑" panose="020B0503020204020204" charset="-122"/>
            </a:endParaRPr>
          </a:p>
        </p:txBody>
      </p:sp>
      <p:sp>
        <p:nvSpPr>
          <p:cNvPr id="19" name="TextBox 22"/>
          <p:cNvSpPr txBox="1">
            <a:spLocks noChangeArrowheads="1"/>
          </p:cNvSpPr>
          <p:nvPr/>
        </p:nvSpPr>
        <p:spPr bwMode="auto">
          <a:xfrm>
            <a:off x="6350001"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buFont typeface="Wingdings" panose="05000000000000000000" pitchFamily="2" charset="2"/>
              <a:buChar char="ß"/>
            </a:pPr>
            <a:r>
              <a:rPr lang="en-US" sz="700">
                <a:solidFill>
                  <a:srgbClr val="FFFFFF"/>
                </a:solidFill>
                <a:latin typeface="微软雅黑" panose="020B0503020204020204" charset="-122"/>
                <a:ea typeface="微软雅黑" panose="020B0503020204020204" charset="-122"/>
              </a:rPr>
              <a:t>0.50 cm</a:t>
            </a:r>
            <a:endParaRPr lang="en-US" sz="700">
              <a:solidFill>
                <a:srgbClr val="FFFFFF"/>
              </a:solidFill>
              <a:latin typeface="微软雅黑" panose="020B0503020204020204" charset="-122"/>
              <a:ea typeface="微软雅黑" panose="020B0503020204020204" charset="-122"/>
            </a:endParaRPr>
          </a:p>
          <a:p>
            <a:pP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 0.2 inches</a:t>
            </a:r>
            <a:endParaRPr lang="en-US" sz="700">
              <a:solidFill>
                <a:srgbClr val="FFFFFF"/>
              </a:solidFill>
              <a:latin typeface="微软雅黑" panose="020B0503020204020204" charset="-122"/>
              <a:ea typeface="微软雅黑" panose="020B0503020204020204" charset="-122"/>
            </a:endParaRPr>
          </a:p>
        </p:txBody>
      </p:sp>
      <p:sp>
        <p:nvSpPr>
          <p:cNvPr id="20" name="TextBox 23"/>
          <p:cNvSpPr txBox="1">
            <a:spLocks noChangeArrowheads="1"/>
          </p:cNvSpPr>
          <p:nvPr/>
        </p:nvSpPr>
        <p:spPr bwMode="auto">
          <a:xfrm>
            <a:off x="10627785"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latin typeface="微软雅黑" panose="020B0503020204020204" charset="-122"/>
                <a:ea typeface="微软雅黑" panose="020B0503020204020204" charset="-122"/>
              </a:rPr>
              <a:t>11.70 cm </a:t>
            </a:r>
            <a:r>
              <a:rPr lang="en-US" sz="700">
                <a:solidFill>
                  <a:srgbClr val="FFFFFF"/>
                </a:solidFill>
                <a:latin typeface="微软雅黑" panose="020B0503020204020204" charset="-122"/>
                <a:ea typeface="微软雅黑" panose="020B0503020204020204" charset="-122"/>
                <a:sym typeface="Wingdings" panose="05000000000000000000" pitchFamily="2" charset="2"/>
              </a:rPr>
              <a:t></a:t>
            </a:r>
            <a:endParaRPr lang="en-US" sz="700">
              <a:solidFill>
                <a:srgbClr val="FFFFFF"/>
              </a:solidFill>
              <a:latin typeface="微软雅黑" panose="020B0503020204020204" charset="-122"/>
              <a:ea typeface="微软雅黑" panose="020B0503020204020204" charset="-122"/>
            </a:endParaRPr>
          </a:p>
          <a:p>
            <a:pPr algn="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 4.61 inches </a:t>
            </a:r>
            <a:endParaRPr lang="en-US" sz="700">
              <a:solidFill>
                <a:srgbClr val="FFFFFF"/>
              </a:solidFill>
              <a:latin typeface="微软雅黑" panose="020B0503020204020204" charset="-122"/>
              <a:ea typeface="微软雅黑" panose="020B0503020204020204" charset="-122"/>
            </a:endParaRPr>
          </a:p>
        </p:txBody>
      </p:sp>
      <p:cxnSp>
        <p:nvCxnSpPr>
          <p:cNvPr id="21" name="Straight Arrow Connector 20"/>
          <p:cNvCxnSpPr/>
          <p:nvPr/>
        </p:nvCxnSpPr>
        <p:spPr>
          <a:xfrm rot="5400000" flipH="1" flipV="1">
            <a:off x="-296863" y="1308630"/>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rot="5400000" flipH="1" flipV="1">
            <a:off x="-296863" y="811743"/>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rot="5400000" flipH="1" flipV="1">
            <a:off x="-296863" y="6240993"/>
            <a:ext cx="92075" cy="2117"/>
          </a:xfrm>
          <a:prstGeom prst="straightConnector1">
            <a:avLst/>
          </a:prstGeom>
          <a:ln w="3175">
            <a:solidFill>
              <a:schemeClr val="bg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24" name="AutoShape 4"/>
          <p:cNvSpPr/>
          <p:nvPr/>
        </p:nvSpPr>
        <p:spPr bwMode="gray">
          <a:xfrm>
            <a:off x="-2055284" y="0"/>
            <a:ext cx="1871133" cy="692497"/>
          </a:xfrm>
          <a:prstGeom prst="rect">
            <a:avLst/>
          </a:prstGeom>
          <a:noFill/>
          <a:ln w="12700" algn="ctr">
            <a:noFill/>
            <a:miter lim="800000"/>
          </a:ln>
          <a:effectLst/>
        </p:spPr>
        <p:txBody>
          <a:bodyPr lIns="0" tIns="0" rIns="0" bIns="0">
            <a:spAutoFit/>
          </a:bodyPr>
          <a:lstStyle/>
          <a:p>
            <a:pPr>
              <a:defRPr/>
            </a:pPr>
            <a:r>
              <a:rPr lang="en-US" sz="700" b="1" dirty="0">
                <a:solidFill>
                  <a:srgbClr val="FFFFFF"/>
                </a:solidFill>
                <a:latin typeface="微软雅黑" panose="020B0503020204020204" charset="-122"/>
                <a:ea typeface="微软雅黑" panose="020B0503020204020204" charset="-122"/>
              </a:rPr>
              <a:t>To view  drawing guides:</a:t>
            </a:r>
            <a:endParaRPr lang="en-US" sz="700" b="1" dirty="0">
              <a:solidFill>
                <a:srgbClr val="FFFFFF"/>
              </a:solidFill>
              <a:latin typeface="微软雅黑" panose="020B0503020204020204" charset="-122"/>
              <a:ea typeface="微软雅黑" panose="020B0503020204020204" charset="-122"/>
            </a:endParaRPr>
          </a:p>
          <a:p>
            <a:pPr>
              <a:defRPr/>
            </a:pPr>
            <a:endParaRPr lang="en-US" sz="300" b="1" dirty="0">
              <a:solidFill>
                <a:srgbClr val="FFFFFF"/>
              </a:solidFill>
              <a:latin typeface="微软雅黑" panose="020B0503020204020204" charset="-122"/>
              <a:ea typeface="微软雅黑" panose="020B0503020204020204" charset="-122"/>
            </a:endParaRPr>
          </a:p>
          <a:p>
            <a:pPr marL="180975" indent="-180975">
              <a:buFont typeface="+mj-lt"/>
              <a:buAutoNum type="arabicPeriod"/>
              <a:defRPr/>
            </a:pPr>
            <a:r>
              <a:rPr lang="en-US" sz="700" dirty="0">
                <a:solidFill>
                  <a:srgbClr val="FFFFFF"/>
                </a:solidFill>
                <a:latin typeface="微软雅黑" panose="020B0503020204020204" charset="-122"/>
                <a:ea typeface="微软雅黑" panose="020B0503020204020204" charset="-122"/>
              </a:rPr>
              <a:t>Right-click on slide and select ’Grid and Guides...’</a:t>
            </a:r>
            <a:endParaRPr lang="en-US" sz="700" dirty="0">
              <a:solidFill>
                <a:srgbClr val="FFFFFF"/>
              </a:solidFill>
              <a:latin typeface="微软雅黑" panose="020B0503020204020204" charset="-122"/>
              <a:ea typeface="微软雅黑" panose="020B0503020204020204" charset="-122"/>
            </a:endParaRPr>
          </a:p>
          <a:p>
            <a:pPr marL="180975" indent="-180975">
              <a:buFont typeface="+mj-lt"/>
              <a:buAutoNum type="arabicPeriod"/>
              <a:defRPr/>
            </a:pPr>
            <a:r>
              <a:rPr lang="en-US" sz="700" dirty="0">
                <a:solidFill>
                  <a:srgbClr val="FFFFFF"/>
                </a:solidFill>
                <a:latin typeface="微软雅黑" panose="020B0503020204020204" charset="-122"/>
                <a:ea typeface="微软雅黑" panose="020B0503020204020204" charset="-122"/>
              </a:rPr>
              <a:t>Check ’Display drawing guides on screen’</a:t>
            </a:r>
            <a:endParaRPr lang="en-US" sz="700" dirty="0">
              <a:solidFill>
                <a:srgbClr val="FFFFFF"/>
              </a:solidFill>
              <a:latin typeface="微软雅黑" panose="020B0503020204020204" charset="-122"/>
              <a:ea typeface="微软雅黑" panose="020B0503020204020204" charset="-122"/>
            </a:endParaRPr>
          </a:p>
          <a:p>
            <a:pPr marL="180975" indent="-180975">
              <a:buFont typeface="+mj-lt"/>
              <a:buAutoNum type="arabicPeriod"/>
              <a:defRPr/>
            </a:pPr>
            <a:r>
              <a:rPr lang="en-US" sz="700" dirty="0">
                <a:solidFill>
                  <a:srgbClr val="FFFFFF"/>
                </a:solidFill>
                <a:latin typeface="微软雅黑" panose="020B0503020204020204" charset="-122"/>
                <a:ea typeface="微软雅黑" panose="020B0503020204020204" charset="-122"/>
              </a:rPr>
              <a:t>Select ’OK’</a:t>
            </a:r>
            <a:endParaRPr lang="en-US" sz="700" dirty="0">
              <a:solidFill>
                <a:srgbClr val="FFFFFF"/>
              </a:solidFill>
              <a:latin typeface="微软雅黑" panose="020B0503020204020204" charset="-122"/>
              <a:ea typeface="微软雅黑" panose="020B0503020204020204" charset="-122"/>
            </a:endParaRPr>
          </a:p>
        </p:txBody>
      </p:sp>
      <p:sp>
        <p:nvSpPr>
          <p:cNvPr id="4" name="内容占位符 3"/>
          <p:cNvSpPr>
            <a:spLocks noGrp="1"/>
          </p:cNvSpPr>
          <p:nvPr>
            <p:ph sz="quarter" idx="17"/>
          </p:nvPr>
        </p:nvSpPr>
        <p:spPr>
          <a:xfrm>
            <a:off x="477838" y="1066523"/>
            <a:ext cx="11231562" cy="5317329"/>
          </a:xfrm>
        </p:spPr>
        <p:txBody>
          <a:bodyPr vert="horz" lIns="91440" tIns="45720" rIns="91440" bIns="45720" rtlCol="0">
            <a:normAutofit/>
          </a:bodyPr>
          <a:lstStyle>
            <a:lvl1pPr marL="0" marR="0" indent="0" algn="l" defTabSz="914400" rtl="0" eaLnBrk="1" fontAlgn="base" latinLnBrk="0" hangingPunct="1">
              <a:lnSpc>
                <a:spcPct val="150000"/>
              </a:lnSpc>
              <a:spcBef>
                <a:spcPts val="15"/>
              </a:spcBef>
              <a:spcAft>
                <a:spcPct val="0"/>
              </a:spcAft>
              <a:buClrTx/>
              <a:buSzTx/>
              <a:buFont typeface="Arial" panose="020B0604020202020204" pitchFamily="34" charset="0"/>
              <a:buNone/>
              <a:defRPr lang="zh-CN" altLang="en-US" sz="2000" b="0" i="0" dirty="0" smtClean="0">
                <a:solidFill>
                  <a:schemeClr val="tx2"/>
                </a:solidFill>
                <a:latin typeface="微软雅黑" panose="020B0503020204020204" charset="-122"/>
                <a:ea typeface="微软雅黑" panose="020B0503020204020204" charset="-122"/>
                <a:cs typeface="+mn-cs"/>
              </a:defRPr>
            </a:lvl1pPr>
            <a:lvl2pPr marL="179705" marR="0" indent="-179705" algn="l" defTabSz="914400" rtl="0" eaLnBrk="1" fontAlgn="base" latinLnBrk="0" hangingPunct="1">
              <a:lnSpc>
                <a:spcPct val="150000"/>
              </a:lnSpc>
              <a:spcBef>
                <a:spcPts val="400"/>
              </a:spcBef>
              <a:spcAft>
                <a:spcPct val="0"/>
              </a:spcAft>
              <a:buClrTx/>
              <a:buSzPct val="80000"/>
              <a:buFont typeface="Wingdings" panose="05000000000000000000" pitchFamily="2" charset="2"/>
              <a:buChar char="n"/>
              <a:defRPr lang="zh-CN" altLang="en-US" sz="1800" b="0" i="0" dirty="0" smtClean="0">
                <a:solidFill>
                  <a:schemeClr val="tx2"/>
                </a:solidFill>
                <a:latin typeface="微软雅黑" panose="020B0503020204020204" charset="-122"/>
                <a:ea typeface="微软雅黑" panose="020B0503020204020204" charset="-122"/>
                <a:cs typeface="+mn-cs"/>
              </a:defRPr>
            </a:lvl2pPr>
            <a:lvl3pPr marL="358775" marR="0" indent="-179705" algn="l" defTabSz="914400" rtl="0" eaLnBrk="1" fontAlgn="base" latinLnBrk="0" hangingPunct="1">
              <a:lnSpc>
                <a:spcPct val="150000"/>
              </a:lnSpc>
              <a:spcBef>
                <a:spcPts val="400"/>
              </a:spcBef>
              <a:spcAft>
                <a:spcPct val="0"/>
              </a:spcAft>
              <a:buClrTx/>
              <a:buSzPct val="80000"/>
              <a:buFont typeface="Wingdings" panose="05000000000000000000" pitchFamily="2" charset="2"/>
              <a:buChar char="n"/>
              <a:defRPr lang="zh-CN" altLang="en-US" b="0" i="0" dirty="0" smtClean="0">
                <a:solidFill>
                  <a:schemeClr val="tx2"/>
                </a:solidFill>
                <a:latin typeface="微软雅黑" panose="020B0503020204020204" charset="-122"/>
                <a:ea typeface="微软雅黑" panose="020B0503020204020204" charset="-122"/>
                <a:cs typeface="+mn-cs"/>
              </a:defRPr>
            </a:lvl3pPr>
            <a:lvl4pPr marL="539750" marR="0" indent="-179705" algn="l" defTabSz="914400" rtl="0" eaLnBrk="1" fontAlgn="base" latinLnBrk="0" hangingPunct="1">
              <a:lnSpc>
                <a:spcPct val="150000"/>
              </a:lnSpc>
              <a:spcBef>
                <a:spcPts val="400"/>
              </a:spcBef>
              <a:spcAft>
                <a:spcPct val="0"/>
              </a:spcAft>
              <a:buClrTx/>
              <a:buSzPct val="80000"/>
              <a:buFont typeface="Wingdings" panose="05000000000000000000" pitchFamily="2" charset="2"/>
              <a:buChar char="n"/>
              <a:defRPr lang="zh-CN" altLang="en-US" sz="1400" b="0" i="0" dirty="0" smtClean="0">
                <a:solidFill>
                  <a:schemeClr val="tx2"/>
                </a:solidFill>
                <a:latin typeface="微软雅黑" panose="020B0503020204020204" charset="-122"/>
                <a:ea typeface="微软雅黑" panose="020B0503020204020204" charset="-122"/>
                <a:cs typeface="+mn-cs"/>
              </a:defRPr>
            </a:lvl4pPr>
            <a:lvl5pPr marL="2114550" indent="-285750">
              <a:buClr>
                <a:schemeClr val="tx2"/>
              </a:buClr>
              <a:buFont typeface="Wingdings" panose="05000000000000000000" pitchFamily="2" charset="2"/>
              <a:buChar char="n"/>
              <a:defRPr lang="zh-CN" altLang="en-US" sz="1400" b="0" i="0" dirty="0">
                <a:solidFill>
                  <a:schemeClr val="tx2"/>
                </a:solidFill>
                <a:latin typeface="等线" panose="02010600030101010101" pitchFamily="2" charset="-122"/>
                <a:ea typeface="等线" panose="02010600030101010101" pitchFamily="2" charset="-122"/>
                <a:cs typeface="+mn-cs"/>
              </a:defRPr>
            </a:lvl5pPr>
          </a:lstStyle>
          <a:p>
            <a:pPr marL="0" marR="0" lvl="0" indent="0" algn="l" defTabSz="914400" rtl="0" eaLnBrk="1" fontAlgn="base" latinLnBrk="0" hangingPunct="1">
              <a:lnSpc>
                <a:spcPct val="100000"/>
              </a:lnSpc>
              <a:spcBef>
                <a:spcPts val="15"/>
              </a:spcBef>
              <a:spcAft>
                <a:spcPct val="0"/>
              </a:spcAft>
              <a:buClrTx/>
              <a:buSzTx/>
              <a:buFont typeface="Arial" panose="020B0604020202020204" pitchFamily="34" charset="0"/>
              <a:buNone/>
              <a:defRPr/>
            </a:pPr>
            <a:r>
              <a:rPr kumimoji="0" lang="zh-CN" altLang="en-US" sz="1800" b="0" i="0" u="none" strike="noStrike" kern="1200" cap="none" spc="0" normalizeH="0" baseline="0" noProof="0" dirty="0">
                <a:ln>
                  <a:noFill/>
                </a:ln>
                <a:solidFill>
                  <a:srgbClr val="002776"/>
                </a:solidFill>
                <a:effectLst/>
                <a:uLnTx/>
                <a:uFillTx/>
                <a:latin typeface="等线" panose="02010600030101010101" pitchFamily="2" charset="-122"/>
                <a:ea typeface="等线" panose="02010600030101010101" pitchFamily="2" charset="-122"/>
                <a:cs typeface="+mj-cs"/>
              </a:rPr>
              <a:t>单击此处编辑母版文本样式</a:t>
            </a:r>
            <a:endParaRPr kumimoji="0" lang="zh-CN" altLang="en-US" sz="1800" b="0" i="0" u="none" strike="noStrike" kern="1200" cap="none" spc="0" normalizeH="0" baseline="0" noProof="0" dirty="0">
              <a:ln>
                <a:noFill/>
              </a:ln>
              <a:solidFill>
                <a:srgbClr val="002776"/>
              </a:solidFill>
              <a:effectLst/>
              <a:uLnTx/>
              <a:uFillTx/>
              <a:latin typeface="等线" panose="02010600030101010101" pitchFamily="2" charset="-122"/>
              <a:ea typeface="等线" panose="02010600030101010101" pitchFamily="2" charset="-122"/>
              <a:cs typeface="+mj-cs"/>
            </a:endParaRPr>
          </a:p>
          <a:p>
            <a:pPr marL="179705" marR="0" lvl="1" indent="-179705" algn="l" defTabSz="914400" rtl="0" eaLnBrk="1" fontAlgn="base" latinLnBrk="0" hangingPunct="1">
              <a:lnSpc>
                <a:spcPct val="100000"/>
              </a:lnSpc>
              <a:spcBef>
                <a:spcPts val="400"/>
              </a:spcBef>
              <a:spcAft>
                <a:spcPct val="0"/>
              </a:spcAft>
              <a:buClrTx/>
              <a:buSzPct val="80000"/>
              <a:buFont typeface="Wingdings" panose="05000000000000000000" pitchFamily="2" charset="2"/>
              <a:buChar char="n"/>
              <a:defRPr/>
            </a:pPr>
            <a:r>
              <a:rPr kumimoji="0" lang="zh-CN" altLang="en-US" sz="1800" b="0" i="0" u="none" strike="noStrike" kern="1200" cap="none" spc="0" normalizeH="0" baseline="0" noProof="0" dirty="0">
                <a:ln>
                  <a:noFill/>
                </a:ln>
                <a:solidFill>
                  <a:srgbClr val="002776"/>
                </a:solidFill>
                <a:effectLst/>
                <a:uLnTx/>
                <a:uFillTx/>
                <a:latin typeface="等线" panose="02010600030101010101" pitchFamily="2" charset="-122"/>
                <a:ea typeface="等线" panose="02010600030101010101" pitchFamily="2" charset="-122"/>
                <a:cs typeface="+mj-cs"/>
              </a:rPr>
              <a:t>第二级</a:t>
            </a:r>
            <a:endParaRPr kumimoji="0" lang="zh-CN" altLang="en-US" sz="1800" b="0" i="0" u="none" strike="noStrike" kern="1200" cap="none" spc="0" normalizeH="0" baseline="0" noProof="0" dirty="0">
              <a:ln>
                <a:noFill/>
              </a:ln>
              <a:solidFill>
                <a:srgbClr val="002776"/>
              </a:solidFill>
              <a:effectLst/>
              <a:uLnTx/>
              <a:uFillTx/>
              <a:latin typeface="等线" panose="02010600030101010101" pitchFamily="2" charset="-122"/>
              <a:ea typeface="等线" panose="02010600030101010101" pitchFamily="2" charset="-122"/>
              <a:cs typeface="+mj-cs"/>
            </a:endParaRPr>
          </a:p>
          <a:p>
            <a:pPr marL="358775" marR="0" lvl="2" indent="-179705" algn="l" defTabSz="914400" rtl="0" eaLnBrk="1" fontAlgn="base" latinLnBrk="0" hangingPunct="1">
              <a:lnSpc>
                <a:spcPct val="100000"/>
              </a:lnSpc>
              <a:spcBef>
                <a:spcPts val="400"/>
              </a:spcBef>
              <a:spcAft>
                <a:spcPct val="0"/>
              </a:spcAft>
              <a:buClrTx/>
              <a:buSzPct val="80000"/>
              <a:buFont typeface="Wingdings" panose="05000000000000000000" pitchFamily="2" charset="2"/>
              <a:buChar char="n"/>
              <a:defRPr/>
            </a:pPr>
            <a:r>
              <a:rPr kumimoji="0" lang="zh-CN" altLang="en-US" sz="1600" b="0" i="0" u="none" strike="noStrike" kern="1200" cap="none" spc="0" normalizeH="0" baseline="0" noProof="0" dirty="0">
                <a:ln>
                  <a:noFill/>
                </a:ln>
                <a:solidFill>
                  <a:srgbClr val="002776"/>
                </a:solidFill>
                <a:effectLst/>
                <a:uLnTx/>
                <a:uFillTx/>
                <a:latin typeface="等线" panose="02010600030101010101" pitchFamily="2" charset="-122"/>
                <a:ea typeface="等线" panose="02010600030101010101" pitchFamily="2" charset="-122"/>
                <a:cs typeface="+mj-cs"/>
              </a:rPr>
              <a:t>第三级</a:t>
            </a:r>
            <a:endParaRPr kumimoji="0" lang="zh-CN" altLang="en-US" sz="1600" b="0" i="0" u="none" strike="noStrike" kern="1200" cap="none" spc="0" normalizeH="0" baseline="0" noProof="0" dirty="0">
              <a:ln>
                <a:noFill/>
              </a:ln>
              <a:solidFill>
                <a:srgbClr val="002776"/>
              </a:solidFill>
              <a:effectLst/>
              <a:uLnTx/>
              <a:uFillTx/>
              <a:latin typeface="等线" panose="02010600030101010101" pitchFamily="2" charset="-122"/>
              <a:ea typeface="等线" panose="02010600030101010101" pitchFamily="2" charset="-122"/>
              <a:cs typeface="+mj-cs"/>
            </a:endParaRPr>
          </a:p>
          <a:p>
            <a:pPr marL="539750" marR="0" lvl="3" indent="-179705" algn="l" defTabSz="914400" rtl="0" eaLnBrk="1" fontAlgn="base" latinLnBrk="0" hangingPunct="1">
              <a:lnSpc>
                <a:spcPct val="100000"/>
              </a:lnSpc>
              <a:spcBef>
                <a:spcPts val="400"/>
              </a:spcBef>
              <a:spcAft>
                <a:spcPct val="0"/>
              </a:spcAft>
              <a:buClrTx/>
              <a:buSzPct val="80000"/>
              <a:buFont typeface="Wingdings" panose="05000000000000000000" pitchFamily="2" charset="2"/>
              <a:buChar char="n"/>
              <a:defRPr/>
            </a:pPr>
            <a:r>
              <a:rPr kumimoji="0" lang="zh-CN" altLang="en-US" sz="1600" b="0" i="0" u="none" strike="noStrike" kern="1200" cap="none" spc="0" normalizeH="0" baseline="0" noProof="0" dirty="0">
                <a:ln>
                  <a:noFill/>
                </a:ln>
                <a:solidFill>
                  <a:srgbClr val="002776"/>
                </a:solidFill>
                <a:effectLst/>
                <a:uLnTx/>
                <a:uFillTx/>
                <a:latin typeface="等线" panose="02010600030101010101" pitchFamily="2" charset="-122"/>
                <a:ea typeface="等线" panose="02010600030101010101" pitchFamily="2" charset="-122"/>
                <a:cs typeface="+mj-cs"/>
              </a:rPr>
              <a:t>第四级</a:t>
            </a:r>
            <a:endParaRPr kumimoji="1" lang="zh-CN" altLang="en-US" dirty="0"/>
          </a:p>
        </p:txBody>
      </p:sp>
      <p:sp>
        <p:nvSpPr>
          <p:cNvPr id="42" name="矩形 41"/>
          <p:cNvSpPr/>
          <p:nvPr userDrawn="1"/>
        </p:nvSpPr>
        <p:spPr>
          <a:xfrm>
            <a:off x="383647"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43" name="矩形 42"/>
          <p:cNvSpPr/>
          <p:nvPr userDrawn="1"/>
        </p:nvSpPr>
        <p:spPr>
          <a:xfrm>
            <a:off x="191344"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grpSp>
        <p:nvGrpSpPr>
          <p:cNvPr id="46" name="组合 45"/>
          <p:cNvGrpSpPr>
            <a:grpSpLocks noChangeAspect="1"/>
          </p:cNvGrpSpPr>
          <p:nvPr userDrawn="1"/>
        </p:nvGrpSpPr>
        <p:grpSpPr>
          <a:xfrm>
            <a:off x="11036334" y="371250"/>
            <a:ext cx="971869" cy="537470"/>
            <a:chOff x="10728252" y="116959"/>
            <a:chExt cx="1293558" cy="715373"/>
          </a:xfrm>
          <a:solidFill>
            <a:srgbClr val="005BAD"/>
          </a:solidFill>
        </p:grpSpPr>
        <p:sp>
          <p:nvSpPr>
            <p:cNvPr id="47" name="ïSļíḋe"/>
            <p:cNvSpPr/>
            <p:nvPr userDrawn="1"/>
          </p:nvSpPr>
          <p:spPr bwMode="auto">
            <a:xfrm>
              <a:off x="10844646" y="498022"/>
              <a:ext cx="156074" cy="25047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49" name="îSḷîḓé"/>
            <p:cNvSpPr/>
            <p:nvPr userDrawn="1"/>
          </p:nvSpPr>
          <p:spPr bwMode="auto">
            <a:xfrm>
              <a:off x="10963687" y="498022"/>
              <a:ext cx="166655" cy="25047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0" name="işļïḑê"/>
            <p:cNvSpPr/>
            <p:nvPr userDrawn="1"/>
          </p:nvSpPr>
          <p:spPr bwMode="auto">
            <a:xfrm>
              <a:off x="10937233" y="650019"/>
              <a:ext cx="66134" cy="3211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1" name="iṣḷiḑè"/>
            <p:cNvSpPr/>
            <p:nvPr userDrawn="1"/>
          </p:nvSpPr>
          <p:spPr bwMode="auto">
            <a:xfrm>
              <a:off x="11088015" y="498022"/>
              <a:ext cx="158719" cy="25047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2" name="ïṣľídè"/>
            <p:cNvSpPr/>
            <p:nvPr userDrawn="1"/>
          </p:nvSpPr>
          <p:spPr bwMode="auto">
            <a:xfrm>
              <a:off x="11207055" y="498022"/>
              <a:ext cx="156074" cy="25047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sp>
          <p:nvSpPr>
            <p:cNvPr id="53" name="íSļîḓé"/>
            <p:cNvSpPr/>
            <p:nvPr userDrawn="1"/>
          </p:nvSpPr>
          <p:spPr bwMode="auto">
            <a:xfrm>
              <a:off x="11170020" y="714243"/>
              <a:ext cx="66134" cy="3425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4" name="iṩ1ídè"/>
            <p:cNvSpPr/>
            <p:nvPr userDrawn="1"/>
          </p:nvSpPr>
          <p:spPr bwMode="auto">
            <a:xfrm>
              <a:off x="10728252" y="116959"/>
              <a:ext cx="1293558" cy="700044"/>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5" name="ïşľíḑé"/>
            <p:cNvSpPr/>
            <p:nvPr userDrawn="1"/>
          </p:nvSpPr>
          <p:spPr bwMode="auto">
            <a:xfrm>
              <a:off x="11561527" y="472332"/>
              <a:ext cx="185172" cy="360000"/>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grpSp>
      <p:sp>
        <p:nvSpPr>
          <p:cNvPr id="59" name="日期占位符 135"/>
          <p:cNvSpPr txBox="1"/>
          <p:nvPr userDrawn="1"/>
        </p:nvSpPr>
        <p:spPr>
          <a:xfrm>
            <a:off x="9048328" y="6555494"/>
            <a:ext cx="2883976" cy="267573"/>
          </a:xfrm>
          <a:prstGeom prst="rect">
            <a:avLst/>
          </a:prstGeom>
        </p:spPr>
        <p:txBody>
          <a:bodyPr anchor="ctr"/>
          <a:lstStyle>
            <a:defPPr>
              <a:defRPr lang="zh-CN"/>
            </a:defPPr>
            <a:lvl1pPr marL="0" algn="r"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dirty="0">
                <a:solidFill>
                  <a:srgbClr val="005BAD">
                    <a:alpha val="75000"/>
                  </a:srgbClr>
                </a:solidFill>
                <a:latin typeface="微软雅黑" panose="020B0503020204020204" charset="-122"/>
                <a:ea typeface="微软雅黑" panose="020B0503020204020204" charset="-122"/>
              </a:rPr>
              <a:t>华中科技大学电子信息与通信学院</a:t>
            </a:r>
            <a:endParaRPr lang="zh-CN" altLang="en-US" dirty="0">
              <a:solidFill>
                <a:srgbClr val="005BAD">
                  <a:alpha val="75000"/>
                </a:srgbClr>
              </a:solidFill>
              <a:latin typeface="微软雅黑" panose="020B0503020204020204" charset="-122"/>
              <a:ea typeface="微软雅黑" panose="020B0503020204020204" charset="-122"/>
            </a:endParaRPr>
          </a:p>
        </p:txBody>
      </p:sp>
      <p:sp>
        <p:nvSpPr>
          <p:cNvPr id="60" name="页脚占位符 136"/>
          <p:cNvSpPr txBox="1"/>
          <p:nvPr userDrawn="1"/>
        </p:nvSpPr>
        <p:spPr>
          <a:xfrm>
            <a:off x="187688" y="6552438"/>
            <a:ext cx="2880000" cy="273685"/>
          </a:xfrm>
          <a:prstGeom prst="rect">
            <a:avLst/>
          </a:prstGeom>
        </p:spPr>
        <p:txBody>
          <a:bodyPr vert="horz" lIns="91440" tIns="45720" rIns="91440" bIns="45720" rtlCol="0" anchor="ctr"/>
          <a:lstStyle>
            <a:defPPr>
              <a:defRPr lang="zh-CN"/>
            </a:defPPr>
            <a:lvl1pPr marL="0" algn="dist"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rgbClr val="005BAD">
                    <a:alpha val="75000"/>
                  </a:srgbClr>
                </a:solidFill>
                <a:latin typeface="微软雅黑" panose="020B0503020204020204" charset="-122"/>
                <a:ea typeface="微软雅黑" panose="020B0503020204020204" charset="-122"/>
              </a:rPr>
              <a:t>明德厚学 求是创新</a:t>
            </a:r>
            <a:endParaRPr lang="zh-CN" altLang="en-US" dirty="0">
              <a:solidFill>
                <a:srgbClr val="005BAD">
                  <a:alpha val="75000"/>
                </a:srgbClr>
              </a:solidFill>
              <a:latin typeface="微软雅黑" panose="020B0503020204020204" charset="-122"/>
              <a:ea typeface="微软雅黑" panose="020B0503020204020204" charset="-122"/>
            </a:endParaRPr>
          </a:p>
        </p:txBody>
      </p:sp>
      <p:sp>
        <p:nvSpPr>
          <p:cNvPr id="61" name="Slide Number Placeholder 5"/>
          <p:cNvSpPr txBox="1"/>
          <p:nvPr userDrawn="1"/>
        </p:nvSpPr>
        <p:spPr>
          <a:xfrm>
            <a:off x="5853936" y="6626574"/>
            <a:ext cx="480484" cy="125413"/>
          </a:xfrm>
          <a:prstGeom prst="rect">
            <a:avLst/>
          </a:prstGeom>
        </p:spPr>
        <p:txBody>
          <a:bodyPr vert="horz" lIns="0" tIns="0" rIns="0" bIns="0" rtlCol="0" anchor="b" anchorCtr="0">
            <a:noAutofit/>
          </a:bodyPr>
          <a:lstStyle>
            <a:defPPr>
              <a:defRPr lang="en-US"/>
            </a:defPPr>
            <a:lvl1pPr marL="0" algn="l" defTabSz="914400" rtl="0" eaLnBrk="1" fontAlgn="auto" latinLnBrk="0" hangingPunct="1">
              <a:spcBef>
                <a:spcPts val="0"/>
              </a:spcBef>
              <a:spcAft>
                <a:spcPts val="0"/>
              </a:spcAft>
              <a:defRPr sz="1000" b="1" kern="1200" smtClean="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73DA0BB7-265A-403C-9275-D587AB510EDC}" type="slidenum">
              <a:rPr lang="zh-TW" altLang="en-US" b="0" smtClean="0">
                <a:solidFill>
                  <a:srgbClr val="005BAD">
                    <a:alpha val="75000"/>
                  </a:srgbClr>
                </a:solidFill>
                <a:latin typeface="微软雅黑" panose="020B0503020204020204" charset="-122"/>
                <a:ea typeface="微软雅黑" panose="020B0503020204020204" charset="-122"/>
              </a:rPr>
            </a:fld>
            <a:endParaRPr lang="zh-TW" altLang="en-US" b="0" dirty="0">
              <a:solidFill>
                <a:srgbClr val="005BAD">
                  <a:alpha val="75000"/>
                </a:srgbClr>
              </a:solidFill>
              <a:latin typeface="微软雅黑" panose="020B0503020204020204" charset="-122"/>
              <a:ea typeface="微软雅黑" panose="020B0503020204020204" charset="-122"/>
            </a:endParaRPr>
          </a:p>
        </p:txBody>
      </p:sp>
      <p:cxnSp>
        <p:nvCxnSpPr>
          <p:cNvPr id="62" name="直接连接符 23"/>
          <p:cNvCxnSpPr/>
          <p:nvPr userDrawn="1"/>
        </p:nvCxnSpPr>
        <p:spPr>
          <a:xfrm>
            <a:off x="0" y="908720"/>
            <a:ext cx="12192000" cy="12363"/>
          </a:xfrm>
          <a:prstGeom prst="line">
            <a:avLst/>
          </a:prstGeom>
          <a:noFill/>
          <a:ln w="6350" cap="flat" cmpd="sng" algn="ctr">
            <a:solidFill>
              <a:srgbClr val="005BAD">
                <a:alpha val="80000"/>
              </a:srgbClr>
            </a:solidFill>
            <a:prstDash val="solid"/>
            <a:miter lim="800000"/>
          </a:ln>
          <a:effectLst/>
        </p:spPr>
      </p:cxnSp>
      <p:cxnSp>
        <p:nvCxnSpPr>
          <p:cNvPr id="63" name="直接连接符 23"/>
          <p:cNvCxnSpPr/>
          <p:nvPr userDrawn="1"/>
        </p:nvCxnSpPr>
        <p:spPr>
          <a:xfrm>
            <a:off x="-2381" y="6512981"/>
            <a:ext cx="12192000" cy="12363"/>
          </a:xfrm>
          <a:prstGeom prst="line">
            <a:avLst/>
          </a:prstGeom>
          <a:noFill/>
          <a:ln w="6350" cap="flat" cmpd="sng" algn="ctr">
            <a:solidFill>
              <a:srgbClr val="005BAD">
                <a:alpha val="75000"/>
              </a:srgbClr>
            </a:solidFill>
            <a:prstDash val="solid"/>
            <a:miter lim="800000"/>
          </a:ln>
          <a:effectLst/>
        </p:spPr>
      </p:cxnSp>
      <p:sp>
        <p:nvSpPr>
          <p:cNvPr id="39" name="Title 1"/>
          <p:cNvSpPr>
            <a:spLocks noGrp="1"/>
          </p:cNvSpPr>
          <p:nvPr>
            <p:ph type="title"/>
          </p:nvPr>
        </p:nvSpPr>
        <p:spPr>
          <a:xfrm>
            <a:off x="671647" y="395289"/>
            <a:ext cx="10209277" cy="430887"/>
          </a:xfrm>
        </p:spPr>
        <p:txBody>
          <a:bodyPr lIns="108000"/>
          <a:lstStyle>
            <a:lvl1pPr>
              <a:defRPr sz="2800" b="1">
                <a:latin typeface="微软雅黑" panose="020B0503020204020204" charset="-122"/>
                <a:ea typeface="微软雅黑" panose="020B0503020204020204" charset="-122"/>
              </a:defRPr>
            </a:lvl1pPr>
          </a:lstStyle>
          <a:p>
            <a:r>
              <a:rPr lang="zh-CN" altLang="en-US" noProof="0" dirty="0"/>
              <a:t>单击此处编辑母版标题样式</a:t>
            </a:r>
            <a:endParaRPr lang="en-US" noProof="0"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24" y="6356350"/>
            <a:ext cx="2133711" cy="365125"/>
          </a:xfrm>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a:xfrm>
            <a:off x="3124363" y="6356350"/>
            <a:ext cx="2895751" cy="365125"/>
          </a:xfrm>
        </p:spPr>
        <p:txBody>
          <a:bodyPr/>
          <a:lstStyle/>
          <a:p>
            <a:endParaRPr lang="en-US"/>
          </a:p>
        </p:txBody>
      </p:sp>
      <p:sp>
        <p:nvSpPr>
          <p:cNvPr id="4" name="Slide Number Placeholder 3"/>
          <p:cNvSpPr>
            <a:spLocks noGrp="1"/>
          </p:cNvSpPr>
          <p:nvPr>
            <p:ph type="sldNum" sz="quarter" idx="12"/>
          </p:nvPr>
        </p:nvSpPr>
        <p:spPr>
          <a:xfrm>
            <a:off x="6553541" y="6356350"/>
            <a:ext cx="2133711" cy="365125"/>
          </a:xfrm>
        </p:spPr>
        <p:txBody>
          <a:bodyPr/>
          <a:lstStyle/>
          <a:p>
            <a:fld id="{C1FF6DA9-008F-8B48-92A6-B652298478BF}"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封面">
    <p:bg>
      <p:bgPr>
        <a:solidFill>
          <a:schemeClr val="bg1"/>
        </a:solidFill>
        <a:effectLst/>
      </p:bgPr>
    </p:bg>
    <p:spTree>
      <p:nvGrpSpPr>
        <p:cNvPr id="1" name=""/>
        <p:cNvGrpSpPr/>
        <p:nvPr/>
      </p:nvGrpSpPr>
      <p:grpSpPr>
        <a:xfrm>
          <a:off x="0" y="0"/>
          <a:ext cx="0" cy="0"/>
          <a:chOff x="0" y="0"/>
          <a:chExt cx="0" cy="0"/>
        </a:xfrm>
      </p:grpSpPr>
      <p:sp>
        <p:nvSpPr>
          <p:cNvPr id="22" name="矩形 21"/>
          <p:cNvSpPr/>
          <p:nvPr userDrawn="1"/>
        </p:nvSpPr>
        <p:spPr>
          <a:xfrm>
            <a:off x="383647" y="1073427"/>
            <a:ext cx="11424706" cy="4515807"/>
          </a:xfrm>
          <a:prstGeom prst="rect">
            <a:avLst/>
          </a:prstGeom>
          <a:solidFill>
            <a:srgbClr val="005BAC">
              <a:alpha val="85000"/>
            </a:srgbClr>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74" name="文本占位符 73"/>
          <p:cNvSpPr>
            <a:spLocks noGrp="1"/>
          </p:cNvSpPr>
          <p:nvPr>
            <p:ph type="body" sz="quarter" idx="11" hasCustomPrompt="1"/>
          </p:nvPr>
        </p:nvSpPr>
        <p:spPr>
          <a:xfrm>
            <a:off x="4583773" y="4851298"/>
            <a:ext cx="3024188" cy="358941"/>
          </a:xfrm>
        </p:spPr>
        <p:txBody>
          <a:bodyPr anchor="ctr" anchorCtr="0"/>
          <a:lstStyle>
            <a:lvl1pPr algn="ctr">
              <a:defRPr sz="1800" b="1" i="0">
                <a:solidFill>
                  <a:schemeClr val="bg1"/>
                </a:solidFill>
                <a:latin typeface="等线" panose="02010600030101010101" pitchFamily="2" charset="-122"/>
                <a:ea typeface="等线" panose="02010600030101010101" pitchFamily="2" charset="-122"/>
              </a:defRPr>
            </a:lvl1pPr>
            <a:lvl2pPr>
              <a:defRPr b="0" i="0">
                <a:solidFill>
                  <a:schemeClr val="bg1"/>
                </a:solidFill>
                <a:latin typeface="等线" panose="02010600030101010101" pitchFamily="2" charset="-122"/>
                <a:ea typeface="等线" panose="02010600030101010101" pitchFamily="2" charset="-122"/>
              </a:defRPr>
            </a:lvl2pPr>
            <a:lvl3pPr>
              <a:defRPr b="0" i="0">
                <a:solidFill>
                  <a:schemeClr val="bg1"/>
                </a:solidFill>
                <a:latin typeface="等线" panose="02010600030101010101" pitchFamily="2" charset="-122"/>
                <a:ea typeface="等线" panose="02010600030101010101" pitchFamily="2" charset="-122"/>
              </a:defRPr>
            </a:lvl3pPr>
            <a:lvl4pPr>
              <a:defRPr b="0" i="0">
                <a:solidFill>
                  <a:schemeClr val="bg1"/>
                </a:solidFill>
                <a:latin typeface="等线" panose="02010600030101010101" pitchFamily="2" charset="-122"/>
                <a:ea typeface="等线" panose="02010600030101010101" pitchFamily="2" charset="-122"/>
              </a:defRPr>
            </a:lvl4pPr>
            <a:lvl5pPr>
              <a:defRPr b="0" i="0">
                <a:solidFill>
                  <a:schemeClr val="bg1"/>
                </a:solidFill>
                <a:latin typeface="等线" panose="02010600030101010101" pitchFamily="2" charset="-122"/>
                <a:ea typeface="等线" panose="02010600030101010101" pitchFamily="2" charset="-122"/>
              </a:defRPr>
            </a:lvl5pPr>
          </a:lstStyle>
          <a:p>
            <a:pPr lvl="0"/>
            <a:r>
              <a:rPr kumimoji="1" lang="zh-CN" altLang="en-US" dirty="0"/>
              <a:t>单击此处编辑</a:t>
            </a:r>
            <a:endParaRPr kumimoji="1" lang="zh-CN" altLang="en-US" dirty="0"/>
          </a:p>
        </p:txBody>
      </p:sp>
      <p:sp>
        <p:nvSpPr>
          <p:cNvPr id="76" name="标题 75"/>
          <p:cNvSpPr>
            <a:spLocks noGrp="1"/>
          </p:cNvSpPr>
          <p:nvPr>
            <p:ph type="title" hasCustomPrompt="1"/>
          </p:nvPr>
        </p:nvSpPr>
        <p:spPr>
          <a:xfrm>
            <a:off x="1523867" y="2087714"/>
            <a:ext cx="9144000" cy="738664"/>
          </a:xfrm>
        </p:spPr>
        <p:txBody>
          <a:bodyPr/>
          <a:lstStyle>
            <a:lvl1pPr algn="ctr">
              <a:defRPr sz="4800">
                <a:solidFill>
                  <a:schemeClr val="bg1"/>
                </a:solidFill>
                <a:latin typeface="等线" panose="02010600030101010101" pitchFamily="2" charset="-122"/>
                <a:ea typeface="等线" panose="02010600030101010101" pitchFamily="2" charset="-122"/>
              </a:defRPr>
            </a:lvl1pPr>
          </a:lstStyle>
          <a:p>
            <a:r>
              <a:rPr kumimoji="1" lang="zh-CN" altLang="en-US" dirty="0"/>
              <a:t>编辑标题样式</a:t>
            </a:r>
            <a:endParaRPr kumimoji="1" lang="zh-CN" altLang="en-US" dirty="0"/>
          </a:p>
        </p:txBody>
      </p:sp>
      <p:sp>
        <p:nvSpPr>
          <p:cNvPr id="79" name="文本占位符 78"/>
          <p:cNvSpPr>
            <a:spLocks noGrp="1"/>
          </p:cNvSpPr>
          <p:nvPr>
            <p:ph type="body" sz="quarter" idx="12" hasCustomPrompt="1"/>
          </p:nvPr>
        </p:nvSpPr>
        <p:spPr>
          <a:xfrm>
            <a:off x="3431248" y="4266698"/>
            <a:ext cx="5329238" cy="440681"/>
          </a:xfrm>
        </p:spPr>
        <p:txBody>
          <a:bodyPr anchor="ctr"/>
          <a:lstStyle>
            <a:lvl1pPr algn="ctr">
              <a:defRPr sz="2000" b="1" i="0">
                <a:solidFill>
                  <a:schemeClr val="bg1"/>
                </a:solidFill>
                <a:latin typeface="等线" panose="02010600030101010101" pitchFamily="2" charset="-122"/>
                <a:ea typeface="等线" panose="02010600030101010101" pitchFamily="2" charset="-122"/>
              </a:defRPr>
            </a:lvl1pPr>
          </a:lstStyle>
          <a:p>
            <a:pPr lvl="0"/>
            <a:r>
              <a:rPr kumimoji="1" lang="zh-CN" altLang="en-US" dirty="0"/>
              <a:t>电子信息与通信学院</a:t>
            </a:r>
            <a:endParaRPr kumimoji="1" lang="zh-CN" altLang="en-US" dirty="0"/>
          </a:p>
        </p:txBody>
      </p:sp>
      <p:sp>
        <p:nvSpPr>
          <p:cNvPr id="14" name="矩形 13"/>
          <p:cNvSpPr/>
          <p:nvPr userDrawn="1"/>
        </p:nvSpPr>
        <p:spPr>
          <a:xfrm>
            <a:off x="383647"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15" name="矩形 14"/>
          <p:cNvSpPr/>
          <p:nvPr userDrawn="1"/>
        </p:nvSpPr>
        <p:spPr>
          <a:xfrm flipH="1">
            <a:off x="11664353"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16" name="矩形 15"/>
          <p:cNvSpPr/>
          <p:nvPr userDrawn="1"/>
        </p:nvSpPr>
        <p:spPr>
          <a:xfrm>
            <a:off x="191344"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17" name="矩形 16"/>
          <p:cNvSpPr/>
          <p:nvPr userDrawn="1"/>
        </p:nvSpPr>
        <p:spPr>
          <a:xfrm flipH="1">
            <a:off x="11712656"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cxnSp>
        <p:nvCxnSpPr>
          <p:cNvPr id="18" name="直接连接符 23"/>
          <p:cNvCxnSpPr>
            <a:stCxn id="14" idx="2"/>
            <a:endCxn id="15" idx="2"/>
          </p:cNvCxnSpPr>
          <p:nvPr userDrawn="1"/>
        </p:nvCxnSpPr>
        <p:spPr>
          <a:xfrm>
            <a:off x="455647" y="652498"/>
            <a:ext cx="11280706" cy="0"/>
          </a:xfrm>
          <a:prstGeom prst="line">
            <a:avLst/>
          </a:prstGeom>
          <a:noFill/>
          <a:ln w="6350" cap="flat" cmpd="sng" algn="ctr">
            <a:solidFill>
              <a:srgbClr val="005BAD"/>
            </a:solidFill>
            <a:prstDash val="solid"/>
            <a:miter lim="800000"/>
          </a:ln>
          <a:effectLst/>
        </p:spPr>
      </p:cxnSp>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478002" y="5776087"/>
            <a:ext cx="1235730" cy="938799"/>
          </a:xfrm>
          <a:prstGeom prst="rect">
            <a:avLst/>
          </a:prstGeom>
        </p:spPr>
      </p:pic>
      <p:sp>
        <p:nvSpPr>
          <p:cNvPr id="21" name="页脚占位符 136"/>
          <p:cNvSpPr txBox="1"/>
          <p:nvPr userDrawn="1"/>
        </p:nvSpPr>
        <p:spPr>
          <a:xfrm>
            <a:off x="3287688" y="284390"/>
            <a:ext cx="5616624" cy="364987"/>
          </a:xfrm>
          <a:prstGeom prst="rect">
            <a:avLst/>
          </a:prstGeom>
        </p:spPr>
        <p:txBody>
          <a:bodyPr vert="horz" lIns="91440" tIns="45720" rIns="91440" bIns="45720" rtlCol="0" anchor="ctr"/>
          <a:lstStyle>
            <a:defPPr>
              <a:defRPr lang="zh-CN"/>
            </a:defPPr>
            <a:lvl1pPr marL="0" algn="dist"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kern="1200" dirty="0">
                <a:solidFill>
                  <a:srgbClr val="005BAC"/>
                </a:solidFill>
                <a:latin typeface="Century Gothic" panose="020B0502020202020204"/>
                <a:ea typeface="微软雅黑" panose="020B0503020204020204" charset="-122"/>
                <a:cs typeface="+mn-cs"/>
              </a:rPr>
              <a:t>明德厚学 求是创新</a:t>
            </a:r>
            <a:endParaRPr lang="zh-CN" altLang="en-US" sz="1400" kern="1200" dirty="0">
              <a:solidFill>
                <a:srgbClr val="005BAC"/>
              </a:solidFill>
              <a:latin typeface="Century Gothic" panose="020B0502020202020204"/>
              <a:ea typeface="微软雅黑" panose="020B0503020204020204" charset="-122"/>
              <a:cs typeface="+mn-cs"/>
            </a:endParaRPr>
          </a:p>
        </p:txBody>
      </p:sp>
      <p:sp>
        <p:nvSpPr>
          <p:cNvPr id="25" name="文本占位符 78"/>
          <p:cNvSpPr>
            <a:spLocks noGrp="1"/>
          </p:cNvSpPr>
          <p:nvPr>
            <p:ph type="body" sz="quarter" idx="13" hasCustomPrompt="1"/>
          </p:nvPr>
        </p:nvSpPr>
        <p:spPr>
          <a:xfrm>
            <a:off x="2351451" y="2944162"/>
            <a:ext cx="7488832" cy="440681"/>
          </a:xfrm>
        </p:spPr>
        <p:txBody>
          <a:bodyPr anchor="ctr"/>
          <a:lstStyle>
            <a:lvl1pPr algn="ctr">
              <a:defRPr sz="2400" b="1" i="0">
                <a:solidFill>
                  <a:schemeClr val="bg1"/>
                </a:solidFill>
                <a:latin typeface="等线" panose="02010600030101010101" pitchFamily="2" charset="-122"/>
                <a:ea typeface="等线" panose="02010600030101010101" pitchFamily="2" charset="-122"/>
              </a:defRPr>
            </a:lvl1pPr>
          </a:lstStyle>
          <a:p>
            <a:pPr lvl="0"/>
            <a:r>
              <a:rPr kumimoji="1" lang="zh-CN" altLang="en-US" dirty="0"/>
              <a:t>编辑副标题</a:t>
            </a:r>
            <a:endParaRPr kumimoji="1" lang="zh-CN" altLang="en-US" dirty="0"/>
          </a:p>
        </p:txBody>
      </p:sp>
      <p:sp>
        <p:nvSpPr>
          <p:cNvPr id="26" name="文本占位符 78"/>
          <p:cNvSpPr>
            <a:spLocks noGrp="1"/>
          </p:cNvSpPr>
          <p:nvPr>
            <p:ph type="body" sz="quarter" idx="14" hasCustomPrompt="1"/>
          </p:nvPr>
        </p:nvSpPr>
        <p:spPr>
          <a:xfrm>
            <a:off x="3431248" y="3732590"/>
            <a:ext cx="5329238" cy="440681"/>
          </a:xfrm>
        </p:spPr>
        <p:txBody>
          <a:bodyPr anchor="ctr"/>
          <a:lstStyle>
            <a:lvl1pPr algn="ctr">
              <a:defRPr sz="2400" b="1" i="0">
                <a:solidFill>
                  <a:schemeClr val="bg1"/>
                </a:solidFill>
                <a:latin typeface="等线" panose="02010600030101010101" pitchFamily="2" charset="-122"/>
                <a:ea typeface="等线" panose="02010600030101010101" pitchFamily="2" charset="-122"/>
              </a:defRPr>
            </a:lvl1pPr>
          </a:lstStyle>
          <a:p>
            <a:pPr lvl="0"/>
            <a:r>
              <a:rPr kumimoji="1" lang="en-US" altLang="zh-CN" dirty="0"/>
              <a:t>xxx</a:t>
            </a:r>
            <a:endParaRPr kumimoji="1"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内页">
    <p:spTree>
      <p:nvGrpSpPr>
        <p:cNvPr id="1" name=""/>
        <p:cNvGrpSpPr/>
        <p:nvPr/>
      </p:nvGrpSpPr>
      <p:grpSpPr>
        <a:xfrm>
          <a:off x="0" y="0"/>
          <a:ext cx="0" cy="0"/>
          <a:chOff x="0" y="0"/>
          <a:chExt cx="0" cy="0"/>
        </a:xfrm>
      </p:grpSpPr>
      <p:cxnSp>
        <p:nvCxnSpPr>
          <p:cNvPr id="5" name="Straight Arrow Connector 4"/>
          <p:cNvCxnSpPr/>
          <p:nvPr/>
        </p:nvCxnSpPr>
        <p:spPr>
          <a:xfrm>
            <a:off x="-1145117" y="6303964"/>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a:off x="4720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11703051"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145117" y="12588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1145117" y="7635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58568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6335184"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13" name="TextBox 16"/>
          <p:cNvSpPr txBox="1">
            <a:spLocks noChangeArrowheads="1"/>
          </p:cNvSpPr>
          <p:nvPr/>
        </p:nvSpPr>
        <p:spPr bwMode="auto">
          <a:xfrm>
            <a:off x="-2423583" y="6581776"/>
            <a:ext cx="223943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900" dirty="0">
                <a:solidFill>
                  <a:srgbClr val="FFFFFF"/>
                </a:solidFill>
              </a:rPr>
              <a:t>White markers indicate position of  Drawing Guides</a:t>
            </a:r>
            <a:endParaRPr lang="en-US" sz="900" dirty="0">
              <a:solidFill>
                <a:srgbClr val="FFFFFF"/>
              </a:solidFill>
            </a:endParaRPr>
          </a:p>
        </p:txBody>
      </p:sp>
      <p:sp>
        <p:nvSpPr>
          <p:cNvPr id="14" name="TextBox 17"/>
          <p:cNvSpPr txBox="1">
            <a:spLocks noChangeArrowheads="1"/>
          </p:cNvSpPr>
          <p:nvPr/>
        </p:nvSpPr>
        <p:spPr bwMode="auto">
          <a:xfrm>
            <a:off x="-1255183" y="896938"/>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7.40 cm</a:t>
            </a:r>
            <a:endParaRPr lang="en-US" sz="700">
              <a:solidFill>
                <a:srgbClr val="FFFFFF"/>
              </a:solidFill>
            </a:endParaRPr>
          </a:p>
          <a:p>
            <a:pPr algn="r">
              <a:spcAft>
                <a:spcPts val="300"/>
              </a:spcAft>
            </a:pPr>
            <a:r>
              <a:rPr lang="en-US" sz="700">
                <a:solidFill>
                  <a:srgbClr val="FFFFFF"/>
                </a:solidFill>
              </a:rPr>
              <a:t>2.91 Inches</a:t>
            </a:r>
            <a:endParaRPr lang="en-US" sz="700">
              <a:solidFill>
                <a:srgbClr val="FFFFFF"/>
              </a:solidFill>
            </a:endParaRPr>
          </a:p>
        </p:txBody>
      </p:sp>
      <p:sp>
        <p:nvSpPr>
          <p:cNvPr id="15" name="TextBox 18"/>
          <p:cNvSpPr txBox="1">
            <a:spLocks noChangeArrowheads="1"/>
          </p:cNvSpPr>
          <p:nvPr/>
        </p:nvSpPr>
        <p:spPr bwMode="auto">
          <a:xfrm>
            <a:off x="-1255183" y="15049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6.00 cm</a:t>
            </a:r>
            <a:endParaRPr lang="en-US" sz="700">
              <a:solidFill>
                <a:srgbClr val="FFFFFF"/>
              </a:solidFill>
            </a:endParaRPr>
          </a:p>
          <a:p>
            <a:pPr algn="r">
              <a:spcAft>
                <a:spcPts val="300"/>
              </a:spcAft>
            </a:pPr>
            <a:r>
              <a:rPr lang="en-US" sz="700">
                <a:solidFill>
                  <a:srgbClr val="FFFFFF"/>
                </a:solidFill>
              </a:rPr>
              <a:t>2.36 Inches</a:t>
            </a:r>
            <a:endParaRPr lang="en-US" sz="700">
              <a:solidFill>
                <a:srgbClr val="FFFFFF"/>
              </a:solidFill>
            </a:endParaRPr>
          </a:p>
        </p:txBody>
      </p:sp>
      <p:sp>
        <p:nvSpPr>
          <p:cNvPr id="16" name="TextBox 19"/>
          <p:cNvSpPr txBox="1">
            <a:spLocks noChangeArrowheads="1"/>
          </p:cNvSpPr>
          <p:nvPr/>
        </p:nvSpPr>
        <p:spPr bwMode="auto">
          <a:xfrm>
            <a:off x="-1255183" y="5921375"/>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8.00 cm</a:t>
            </a:r>
            <a:endParaRPr lang="en-US" sz="700">
              <a:solidFill>
                <a:srgbClr val="FFFFFF"/>
              </a:solidFill>
            </a:endParaRPr>
          </a:p>
          <a:p>
            <a:pPr algn="r">
              <a:spcAft>
                <a:spcPts val="300"/>
              </a:spcAft>
            </a:pPr>
            <a:r>
              <a:rPr lang="en-US" sz="700">
                <a:solidFill>
                  <a:srgbClr val="FFFFFF"/>
                </a:solidFill>
              </a:rPr>
              <a:t>3.15 Inches</a:t>
            </a:r>
            <a:endParaRPr lang="en-US" sz="700">
              <a:solidFill>
                <a:srgbClr val="FFFFFF"/>
              </a:solidFill>
            </a:endParaRPr>
          </a:p>
        </p:txBody>
      </p:sp>
      <p:sp>
        <p:nvSpPr>
          <p:cNvPr id="17" name="TextBox 20"/>
          <p:cNvSpPr txBox="1">
            <a:spLocks noChangeArrowheads="1"/>
          </p:cNvSpPr>
          <p:nvPr/>
        </p:nvSpPr>
        <p:spPr bwMode="auto">
          <a:xfrm>
            <a:off x="4783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pPr>
            <a:r>
              <a:rPr lang="en-US" sz="700">
                <a:solidFill>
                  <a:srgbClr val="FFFFFF"/>
                </a:solidFill>
                <a:sym typeface="Wingdings" panose="05000000000000000000" pitchFamily="2" charset="2"/>
              </a:rPr>
              <a:t></a:t>
            </a:r>
            <a:r>
              <a:rPr lang="en-US" sz="700">
                <a:solidFill>
                  <a:srgbClr val="FFFFFF"/>
                </a:solidFill>
              </a:rPr>
              <a:t>11.70 cm</a:t>
            </a:r>
            <a:endParaRPr lang="en-US" sz="700">
              <a:solidFill>
                <a:srgbClr val="FFFFFF"/>
              </a:solidFill>
            </a:endParaRPr>
          </a:p>
          <a:p>
            <a:pPr>
              <a:spcAft>
                <a:spcPts val="300"/>
              </a:spcAft>
            </a:pPr>
            <a:r>
              <a:rPr lang="en-US" sz="700">
                <a:solidFill>
                  <a:srgbClr val="FFFFFF"/>
                </a:solidFill>
                <a:sym typeface="Wingdings" panose="05000000000000000000" pitchFamily="2" charset="2"/>
              </a:rPr>
              <a:t> 4.61 inches</a:t>
            </a:r>
            <a:endParaRPr lang="en-US" sz="700">
              <a:solidFill>
                <a:srgbClr val="FFFFFF"/>
              </a:solidFill>
            </a:endParaRPr>
          </a:p>
        </p:txBody>
      </p:sp>
      <p:sp>
        <p:nvSpPr>
          <p:cNvPr id="18" name="TextBox 21"/>
          <p:cNvSpPr txBox="1">
            <a:spLocks noChangeArrowheads="1"/>
          </p:cNvSpPr>
          <p:nvPr/>
        </p:nvSpPr>
        <p:spPr bwMode="auto">
          <a:xfrm>
            <a:off x="47709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0.50 cm </a:t>
            </a:r>
            <a:r>
              <a:rPr lang="en-US" sz="700">
                <a:solidFill>
                  <a:srgbClr val="FFFFFF"/>
                </a:solidFill>
                <a:sym typeface="Wingdings" panose="05000000000000000000" pitchFamily="2" charset="2"/>
              </a:rPr>
              <a:t></a:t>
            </a:r>
            <a:endParaRPr lang="en-US" sz="700">
              <a:solidFill>
                <a:srgbClr val="FFFFFF"/>
              </a:solidFill>
              <a:sym typeface="Wingdings" panose="05000000000000000000" pitchFamily="2" charset="2"/>
            </a:endParaRPr>
          </a:p>
          <a:p>
            <a:pPr algn="r">
              <a:spcAft>
                <a:spcPts val="300"/>
              </a:spcAft>
            </a:pPr>
            <a:r>
              <a:rPr lang="en-US" sz="700">
                <a:solidFill>
                  <a:srgbClr val="FFFFFF"/>
                </a:solidFill>
                <a:sym typeface="Wingdings" panose="05000000000000000000" pitchFamily="2" charset="2"/>
              </a:rPr>
              <a:t>0.2 inches </a:t>
            </a:r>
            <a:endParaRPr lang="en-US" sz="700">
              <a:solidFill>
                <a:srgbClr val="FFFFFF"/>
              </a:solidFill>
            </a:endParaRPr>
          </a:p>
        </p:txBody>
      </p:sp>
      <p:sp>
        <p:nvSpPr>
          <p:cNvPr id="19" name="TextBox 22"/>
          <p:cNvSpPr txBox="1">
            <a:spLocks noChangeArrowheads="1"/>
          </p:cNvSpPr>
          <p:nvPr/>
        </p:nvSpPr>
        <p:spPr bwMode="auto">
          <a:xfrm>
            <a:off x="6350001"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buFont typeface="Wingdings" panose="05000000000000000000" pitchFamily="2" charset="2"/>
              <a:buChar char="ß"/>
            </a:pPr>
            <a:r>
              <a:rPr lang="en-US" sz="700">
                <a:solidFill>
                  <a:srgbClr val="FFFFFF"/>
                </a:solidFill>
              </a:rPr>
              <a:t>0.50 cm</a:t>
            </a:r>
            <a:endParaRPr lang="en-US" sz="700">
              <a:solidFill>
                <a:srgbClr val="FFFFFF"/>
              </a:solidFill>
            </a:endParaRPr>
          </a:p>
          <a:p>
            <a:pPr>
              <a:spcAft>
                <a:spcPts val="300"/>
              </a:spcAft>
            </a:pPr>
            <a:r>
              <a:rPr lang="en-US" sz="700">
                <a:solidFill>
                  <a:srgbClr val="FFFFFF"/>
                </a:solidFill>
                <a:sym typeface="Wingdings" panose="05000000000000000000" pitchFamily="2" charset="2"/>
              </a:rPr>
              <a:t> 0.2 inches</a:t>
            </a:r>
            <a:endParaRPr lang="en-US" sz="700">
              <a:solidFill>
                <a:srgbClr val="FFFFFF"/>
              </a:solidFill>
            </a:endParaRPr>
          </a:p>
        </p:txBody>
      </p:sp>
      <p:sp>
        <p:nvSpPr>
          <p:cNvPr id="20" name="TextBox 23"/>
          <p:cNvSpPr txBox="1">
            <a:spLocks noChangeArrowheads="1"/>
          </p:cNvSpPr>
          <p:nvPr/>
        </p:nvSpPr>
        <p:spPr bwMode="auto">
          <a:xfrm>
            <a:off x="10627785"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11.70 cm </a:t>
            </a:r>
            <a:r>
              <a:rPr lang="en-US" sz="700">
                <a:solidFill>
                  <a:srgbClr val="FFFFFF"/>
                </a:solidFill>
                <a:sym typeface="Wingdings" panose="05000000000000000000" pitchFamily="2" charset="2"/>
              </a:rPr>
              <a:t></a:t>
            </a:r>
            <a:endParaRPr lang="en-US" sz="700">
              <a:solidFill>
                <a:srgbClr val="FFFFFF"/>
              </a:solidFill>
            </a:endParaRPr>
          </a:p>
          <a:p>
            <a:pPr algn="r">
              <a:spcAft>
                <a:spcPts val="300"/>
              </a:spcAft>
            </a:pPr>
            <a:r>
              <a:rPr lang="en-US" sz="700">
                <a:solidFill>
                  <a:srgbClr val="FFFFFF"/>
                </a:solidFill>
                <a:sym typeface="Wingdings" panose="05000000000000000000" pitchFamily="2" charset="2"/>
              </a:rPr>
              <a:t> 4.61 inches </a:t>
            </a:r>
            <a:endParaRPr lang="en-US" sz="700">
              <a:solidFill>
                <a:srgbClr val="FFFFFF"/>
              </a:solidFill>
            </a:endParaRPr>
          </a:p>
        </p:txBody>
      </p:sp>
      <p:cxnSp>
        <p:nvCxnSpPr>
          <p:cNvPr id="21" name="Straight Arrow Connector 20"/>
          <p:cNvCxnSpPr/>
          <p:nvPr/>
        </p:nvCxnSpPr>
        <p:spPr>
          <a:xfrm rot="5400000" flipH="1" flipV="1">
            <a:off x="-296863" y="1308630"/>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rot="5400000" flipH="1" flipV="1">
            <a:off x="-296863" y="811743"/>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rot="5400000" flipH="1" flipV="1">
            <a:off x="-296863" y="6240993"/>
            <a:ext cx="92075" cy="2117"/>
          </a:xfrm>
          <a:prstGeom prst="straightConnector1">
            <a:avLst/>
          </a:prstGeom>
          <a:ln w="3175">
            <a:solidFill>
              <a:schemeClr val="bg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24" name="AutoShape 4"/>
          <p:cNvSpPr/>
          <p:nvPr/>
        </p:nvSpPr>
        <p:spPr bwMode="gray">
          <a:xfrm>
            <a:off x="-2055284" y="0"/>
            <a:ext cx="1871133" cy="584775"/>
          </a:xfrm>
          <a:prstGeom prst="rect">
            <a:avLst/>
          </a:prstGeom>
          <a:noFill/>
          <a:ln w="12700" algn="ctr">
            <a:noFill/>
            <a:miter lim="800000"/>
          </a:ln>
          <a:effectLst/>
        </p:spPr>
        <p:txBody>
          <a:bodyPr lIns="0" tIns="0" rIns="0" bIns="0">
            <a:spAutoFit/>
          </a:bodyPr>
          <a:lstStyle/>
          <a:p>
            <a:pPr>
              <a:defRPr/>
            </a:pPr>
            <a:r>
              <a:rPr lang="en-US" sz="700" b="1" dirty="0">
                <a:solidFill>
                  <a:srgbClr val="FFFFFF"/>
                </a:solidFill>
              </a:rPr>
              <a:t>To view  drawing guides:</a:t>
            </a:r>
            <a:endParaRPr lang="en-US" sz="700" b="1" dirty="0">
              <a:solidFill>
                <a:srgbClr val="FFFFFF"/>
              </a:solidFill>
            </a:endParaRPr>
          </a:p>
          <a:p>
            <a:pPr>
              <a:defRPr/>
            </a:pPr>
            <a:endParaRPr lang="en-US" sz="300" b="1" dirty="0">
              <a:solidFill>
                <a:srgbClr val="FFFFFF"/>
              </a:solidFill>
            </a:endParaRPr>
          </a:p>
          <a:p>
            <a:pPr marL="180975" indent="-180975">
              <a:buFont typeface="+mj-lt"/>
              <a:buAutoNum type="arabicPeriod"/>
              <a:defRPr/>
            </a:pPr>
            <a:r>
              <a:rPr lang="en-US" sz="700" dirty="0">
                <a:solidFill>
                  <a:srgbClr val="FFFFFF"/>
                </a:solidFill>
              </a:rPr>
              <a:t>Right-click on slide and select ’Grid and Guides...’</a:t>
            </a:r>
            <a:endParaRPr lang="en-US" sz="700" dirty="0">
              <a:solidFill>
                <a:srgbClr val="FFFFFF"/>
              </a:solidFill>
            </a:endParaRPr>
          </a:p>
          <a:p>
            <a:pPr marL="180975" indent="-180975">
              <a:buFont typeface="+mj-lt"/>
              <a:buAutoNum type="arabicPeriod"/>
              <a:defRPr/>
            </a:pPr>
            <a:r>
              <a:rPr lang="en-US" sz="700" dirty="0">
                <a:solidFill>
                  <a:srgbClr val="FFFFFF"/>
                </a:solidFill>
              </a:rPr>
              <a:t>Check ’Display drawing guides on screen’</a:t>
            </a:r>
            <a:endParaRPr lang="en-US" sz="700" dirty="0">
              <a:solidFill>
                <a:srgbClr val="FFFFFF"/>
              </a:solidFill>
            </a:endParaRPr>
          </a:p>
          <a:p>
            <a:pPr marL="180975" indent="-180975">
              <a:buFont typeface="+mj-lt"/>
              <a:buAutoNum type="arabicPeriod"/>
              <a:defRPr/>
            </a:pPr>
            <a:r>
              <a:rPr lang="en-US" sz="700" dirty="0">
                <a:solidFill>
                  <a:srgbClr val="FFFFFF"/>
                </a:solidFill>
              </a:rPr>
              <a:t>Select ’OK’</a:t>
            </a:r>
            <a:endParaRPr lang="en-US" sz="700" dirty="0">
              <a:solidFill>
                <a:srgbClr val="FFFFFF"/>
              </a:solidFill>
            </a:endParaRPr>
          </a:p>
        </p:txBody>
      </p:sp>
      <p:sp>
        <p:nvSpPr>
          <p:cNvPr id="2" name="Title 1"/>
          <p:cNvSpPr>
            <a:spLocks noGrp="1"/>
          </p:cNvSpPr>
          <p:nvPr>
            <p:ph type="title"/>
          </p:nvPr>
        </p:nvSpPr>
        <p:spPr>
          <a:xfrm>
            <a:off x="478368" y="395289"/>
            <a:ext cx="11231033" cy="492443"/>
          </a:xfrm>
        </p:spPr>
        <p:txBody>
          <a:bodyPr lIns="108000"/>
          <a:lstStyle/>
          <a:p>
            <a:r>
              <a:rPr lang="zh-CN" altLang="en-US" noProof="0" dirty="0"/>
              <a:t>单击此处编辑母版标题样式</a:t>
            </a:r>
            <a:endParaRPr lang="en-US" noProof="0" dirty="0"/>
          </a:p>
        </p:txBody>
      </p:sp>
      <p:sp>
        <p:nvSpPr>
          <p:cNvPr id="4" name="内容占位符 3"/>
          <p:cNvSpPr>
            <a:spLocks noGrp="1"/>
          </p:cNvSpPr>
          <p:nvPr>
            <p:ph sz="quarter" idx="17"/>
          </p:nvPr>
        </p:nvSpPr>
        <p:spPr>
          <a:xfrm>
            <a:off x="477838" y="1052513"/>
            <a:ext cx="11231562" cy="5235575"/>
          </a:xfrm>
        </p:spPr>
        <p:txBody>
          <a:bodyPr vert="horz" lIns="91440" tIns="45720" rIns="91440" bIns="45720" rtlCol="0">
            <a:normAutofit/>
          </a:bodyPr>
          <a:lstStyle>
            <a:lvl1pPr marL="0" marR="0" indent="0" algn="l" defTabSz="914400" rtl="0" eaLnBrk="1" fontAlgn="base" latinLnBrk="0" hangingPunct="1">
              <a:lnSpc>
                <a:spcPct val="100000"/>
              </a:lnSpc>
              <a:spcBef>
                <a:spcPts val="15"/>
              </a:spcBef>
              <a:spcAft>
                <a:spcPct val="0"/>
              </a:spcAft>
              <a:buClrTx/>
              <a:buSzTx/>
              <a:buFont typeface="Arial" panose="020B0604020202020204" pitchFamily="34" charset="0"/>
              <a:buNone/>
              <a:defRPr lang="zh-CN" altLang="en-US" sz="2000" b="0" i="0" dirty="0" smtClean="0">
                <a:solidFill>
                  <a:schemeClr val="tx2"/>
                </a:solidFill>
                <a:latin typeface="等线" panose="02010600030101010101" pitchFamily="2" charset="-122"/>
                <a:ea typeface="等线" panose="02010600030101010101" pitchFamily="2" charset="-122"/>
                <a:cs typeface="+mn-cs"/>
              </a:defRPr>
            </a:lvl1pPr>
            <a:lvl2pPr marL="179705" marR="0" indent="-179705" algn="l" defTabSz="914400" rtl="0" eaLnBrk="1" fontAlgn="base" latinLnBrk="0" hangingPunct="1">
              <a:lnSpc>
                <a:spcPct val="100000"/>
              </a:lnSpc>
              <a:spcBef>
                <a:spcPts val="400"/>
              </a:spcBef>
              <a:spcAft>
                <a:spcPct val="0"/>
              </a:spcAft>
              <a:buClrTx/>
              <a:buSzPct val="80000"/>
              <a:buFont typeface="Wingdings" panose="05000000000000000000" pitchFamily="2" charset="2"/>
              <a:buChar char="n"/>
              <a:defRPr lang="zh-CN" altLang="en-US" sz="1800" b="0" i="0" dirty="0" smtClean="0">
                <a:solidFill>
                  <a:schemeClr val="tx2"/>
                </a:solidFill>
                <a:latin typeface="等线" panose="02010600030101010101" pitchFamily="2" charset="-122"/>
                <a:ea typeface="等线" panose="02010600030101010101" pitchFamily="2" charset="-122"/>
                <a:cs typeface="+mn-cs"/>
              </a:defRPr>
            </a:lvl2pPr>
            <a:lvl3pPr marL="358775" marR="0" indent="-179705" algn="l" defTabSz="914400" rtl="0" eaLnBrk="1" fontAlgn="base" latinLnBrk="0" hangingPunct="1">
              <a:lnSpc>
                <a:spcPct val="100000"/>
              </a:lnSpc>
              <a:spcBef>
                <a:spcPts val="400"/>
              </a:spcBef>
              <a:spcAft>
                <a:spcPct val="0"/>
              </a:spcAft>
              <a:buClrTx/>
              <a:buSzPct val="80000"/>
              <a:buFont typeface="Wingdings" panose="05000000000000000000" pitchFamily="2" charset="2"/>
              <a:buChar char="n"/>
              <a:defRPr lang="zh-CN" altLang="en-US" b="0" i="0" dirty="0" smtClean="0">
                <a:solidFill>
                  <a:schemeClr val="tx2"/>
                </a:solidFill>
                <a:latin typeface="等线" panose="02010600030101010101" pitchFamily="2" charset="-122"/>
                <a:ea typeface="等线" panose="02010600030101010101" pitchFamily="2" charset="-122"/>
                <a:cs typeface="+mn-cs"/>
              </a:defRPr>
            </a:lvl3pPr>
            <a:lvl4pPr marL="539750" marR="0" indent="-179705" algn="l" defTabSz="914400" rtl="0" eaLnBrk="1" fontAlgn="base" latinLnBrk="0" hangingPunct="1">
              <a:lnSpc>
                <a:spcPct val="100000"/>
              </a:lnSpc>
              <a:spcBef>
                <a:spcPts val="400"/>
              </a:spcBef>
              <a:spcAft>
                <a:spcPct val="0"/>
              </a:spcAft>
              <a:buClrTx/>
              <a:buSzPct val="80000"/>
              <a:buFont typeface="Wingdings" panose="05000000000000000000" pitchFamily="2" charset="2"/>
              <a:buChar char="n"/>
              <a:defRPr lang="zh-CN" altLang="en-US" sz="1400" b="0" i="0" dirty="0" smtClean="0">
                <a:solidFill>
                  <a:schemeClr val="tx2"/>
                </a:solidFill>
                <a:latin typeface="等线" panose="02010600030101010101" pitchFamily="2" charset="-122"/>
                <a:ea typeface="等线" panose="02010600030101010101" pitchFamily="2" charset="-122"/>
                <a:cs typeface="+mn-cs"/>
              </a:defRPr>
            </a:lvl4pPr>
            <a:lvl5pPr marL="2114550" indent="-285750">
              <a:buClr>
                <a:schemeClr val="tx2"/>
              </a:buClr>
              <a:buFont typeface="Wingdings" panose="05000000000000000000" pitchFamily="2" charset="2"/>
              <a:buChar char="n"/>
              <a:defRPr lang="zh-CN" altLang="en-US" sz="1400" b="0" i="0" dirty="0">
                <a:solidFill>
                  <a:schemeClr val="tx2"/>
                </a:solidFill>
                <a:latin typeface="等线" panose="02010600030101010101" pitchFamily="2" charset="-122"/>
                <a:ea typeface="等线" panose="02010600030101010101" pitchFamily="2" charset="-122"/>
                <a:cs typeface="+mn-cs"/>
              </a:defRPr>
            </a:lvl5pPr>
          </a:lstStyle>
          <a:p>
            <a:pPr marL="0" marR="0" lvl="0" indent="0" algn="l" defTabSz="914400" rtl="0" eaLnBrk="1" fontAlgn="base" latinLnBrk="0" hangingPunct="1">
              <a:lnSpc>
                <a:spcPct val="100000"/>
              </a:lnSpc>
              <a:spcBef>
                <a:spcPts val="15"/>
              </a:spcBef>
              <a:spcAft>
                <a:spcPct val="0"/>
              </a:spcAft>
              <a:buClrTx/>
              <a:buSzTx/>
              <a:buFont typeface="Arial" panose="020B0604020202020204" pitchFamily="34" charset="0"/>
              <a:buNone/>
              <a:defRPr/>
            </a:pPr>
            <a:r>
              <a:rPr kumimoji="0" lang="zh-CN" altLang="en-US" sz="1800" b="0" i="0" u="none" strike="noStrike" kern="1200" cap="none" spc="0" normalizeH="0" baseline="0" noProof="0" dirty="0">
                <a:ln>
                  <a:noFill/>
                </a:ln>
                <a:solidFill>
                  <a:srgbClr val="002776"/>
                </a:solidFill>
                <a:effectLst/>
                <a:uLnTx/>
                <a:uFillTx/>
                <a:latin typeface="等线" panose="02010600030101010101" pitchFamily="2" charset="-122"/>
                <a:ea typeface="等线" panose="02010600030101010101" pitchFamily="2" charset="-122"/>
                <a:cs typeface="+mj-cs"/>
              </a:rPr>
              <a:t>单击此处编辑母版文本样式</a:t>
            </a:r>
            <a:endParaRPr kumimoji="0" lang="zh-CN" altLang="en-US" sz="1800" b="0" i="0" u="none" strike="noStrike" kern="1200" cap="none" spc="0" normalizeH="0" baseline="0" noProof="0" dirty="0">
              <a:ln>
                <a:noFill/>
              </a:ln>
              <a:solidFill>
                <a:srgbClr val="002776"/>
              </a:solidFill>
              <a:effectLst/>
              <a:uLnTx/>
              <a:uFillTx/>
              <a:latin typeface="等线" panose="02010600030101010101" pitchFamily="2" charset="-122"/>
              <a:ea typeface="等线" panose="02010600030101010101" pitchFamily="2" charset="-122"/>
              <a:cs typeface="+mj-cs"/>
            </a:endParaRPr>
          </a:p>
          <a:p>
            <a:pPr marL="179705" marR="0" lvl="1" indent="-179705" algn="l" defTabSz="914400" rtl="0" eaLnBrk="1" fontAlgn="base" latinLnBrk="0" hangingPunct="1">
              <a:lnSpc>
                <a:spcPct val="100000"/>
              </a:lnSpc>
              <a:spcBef>
                <a:spcPts val="400"/>
              </a:spcBef>
              <a:spcAft>
                <a:spcPct val="0"/>
              </a:spcAft>
              <a:buClrTx/>
              <a:buSzPct val="80000"/>
              <a:buFont typeface="Wingdings" panose="05000000000000000000" pitchFamily="2" charset="2"/>
              <a:buChar char="n"/>
              <a:defRPr/>
            </a:pPr>
            <a:r>
              <a:rPr kumimoji="0" lang="zh-CN" altLang="en-US" sz="1800" b="0" i="0" u="none" strike="noStrike" kern="1200" cap="none" spc="0" normalizeH="0" baseline="0" noProof="0" dirty="0">
                <a:ln>
                  <a:noFill/>
                </a:ln>
                <a:solidFill>
                  <a:srgbClr val="002776"/>
                </a:solidFill>
                <a:effectLst/>
                <a:uLnTx/>
                <a:uFillTx/>
                <a:latin typeface="等线" panose="02010600030101010101" pitchFamily="2" charset="-122"/>
                <a:ea typeface="等线" panose="02010600030101010101" pitchFamily="2" charset="-122"/>
                <a:cs typeface="+mj-cs"/>
              </a:rPr>
              <a:t>第二级</a:t>
            </a:r>
            <a:endParaRPr kumimoji="0" lang="zh-CN" altLang="en-US" sz="1800" b="0" i="0" u="none" strike="noStrike" kern="1200" cap="none" spc="0" normalizeH="0" baseline="0" noProof="0" dirty="0">
              <a:ln>
                <a:noFill/>
              </a:ln>
              <a:solidFill>
                <a:srgbClr val="002776"/>
              </a:solidFill>
              <a:effectLst/>
              <a:uLnTx/>
              <a:uFillTx/>
              <a:latin typeface="等线" panose="02010600030101010101" pitchFamily="2" charset="-122"/>
              <a:ea typeface="等线" panose="02010600030101010101" pitchFamily="2" charset="-122"/>
              <a:cs typeface="+mj-cs"/>
            </a:endParaRPr>
          </a:p>
          <a:p>
            <a:pPr marL="358775" marR="0" lvl="2" indent="-179705" algn="l" defTabSz="914400" rtl="0" eaLnBrk="1" fontAlgn="base" latinLnBrk="0" hangingPunct="1">
              <a:lnSpc>
                <a:spcPct val="100000"/>
              </a:lnSpc>
              <a:spcBef>
                <a:spcPts val="400"/>
              </a:spcBef>
              <a:spcAft>
                <a:spcPct val="0"/>
              </a:spcAft>
              <a:buClrTx/>
              <a:buSzPct val="80000"/>
              <a:buFont typeface="Wingdings" panose="05000000000000000000" pitchFamily="2" charset="2"/>
              <a:buChar char="n"/>
              <a:defRPr/>
            </a:pPr>
            <a:r>
              <a:rPr kumimoji="0" lang="zh-CN" altLang="en-US" sz="1600" b="0" i="0" u="none" strike="noStrike" kern="1200" cap="none" spc="0" normalizeH="0" baseline="0" noProof="0" dirty="0">
                <a:ln>
                  <a:noFill/>
                </a:ln>
                <a:solidFill>
                  <a:srgbClr val="002776"/>
                </a:solidFill>
                <a:effectLst/>
                <a:uLnTx/>
                <a:uFillTx/>
                <a:latin typeface="等线" panose="02010600030101010101" pitchFamily="2" charset="-122"/>
                <a:ea typeface="等线" panose="02010600030101010101" pitchFamily="2" charset="-122"/>
                <a:cs typeface="+mj-cs"/>
              </a:rPr>
              <a:t>第三级</a:t>
            </a:r>
            <a:endParaRPr kumimoji="0" lang="zh-CN" altLang="en-US" sz="1600" b="0" i="0" u="none" strike="noStrike" kern="1200" cap="none" spc="0" normalizeH="0" baseline="0" noProof="0" dirty="0">
              <a:ln>
                <a:noFill/>
              </a:ln>
              <a:solidFill>
                <a:srgbClr val="002776"/>
              </a:solidFill>
              <a:effectLst/>
              <a:uLnTx/>
              <a:uFillTx/>
              <a:latin typeface="等线" panose="02010600030101010101" pitchFamily="2" charset="-122"/>
              <a:ea typeface="等线" panose="02010600030101010101" pitchFamily="2" charset="-122"/>
              <a:cs typeface="+mj-cs"/>
            </a:endParaRPr>
          </a:p>
          <a:p>
            <a:pPr marL="539750" marR="0" lvl="3" indent="-179705" algn="l" defTabSz="914400" rtl="0" eaLnBrk="1" fontAlgn="base" latinLnBrk="0" hangingPunct="1">
              <a:lnSpc>
                <a:spcPct val="100000"/>
              </a:lnSpc>
              <a:spcBef>
                <a:spcPts val="400"/>
              </a:spcBef>
              <a:spcAft>
                <a:spcPct val="0"/>
              </a:spcAft>
              <a:buClrTx/>
              <a:buSzPct val="80000"/>
              <a:buFont typeface="Wingdings" panose="05000000000000000000" pitchFamily="2" charset="2"/>
              <a:buChar char="n"/>
              <a:defRPr/>
            </a:pPr>
            <a:r>
              <a:rPr kumimoji="0" lang="zh-CN" altLang="en-US" sz="1600" b="0" i="0" u="none" strike="noStrike" kern="1200" cap="none" spc="0" normalizeH="0" baseline="0" noProof="0" dirty="0">
                <a:ln>
                  <a:noFill/>
                </a:ln>
                <a:solidFill>
                  <a:srgbClr val="002776"/>
                </a:solidFill>
                <a:effectLst/>
                <a:uLnTx/>
                <a:uFillTx/>
                <a:latin typeface="等线" panose="02010600030101010101" pitchFamily="2" charset="-122"/>
                <a:ea typeface="等线" panose="02010600030101010101" pitchFamily="2" charset="-122"/>
                <a:cs typeface="+mj-cs"/>
              </a:rPr>
              <a:t>第四级</a:t>
            </a:r>
            <a:endParaRPr kumimoji="1" lang="zh-CN" altLang="en-US" dirty="0"/>
          </a:p>
        </p:txBody>
      </p:sp>
      <p:grpSp>
        <p:nvGrpSpPr>
          <p:cNvPr id="25" name="组合 24"/>
          <p:cNvGrpSpPr>
            <a:grpSpLocks noChangeAspect="1"/>
          </p:cNvGrpSpPr>
          <p:nvPr userDrawn="1"/>
        </p:nvGrpSpPr>
        <p:grpSpPr>
          <a:xfrm>
            <a:off x="10889097" y="451528"/>
            <a:ext cx="971869" cy="537470"/>
            <a:chOff x="10728252" y="116959"/>
            <a:chExt cx="1293558" cy="715373"/>
          </a:xfrm>
          <a:solidFill>
            <a:srgbClr val="005BAD"/>
          </a:solidFill>
        </p:grpSpPr>
        <p:sp>
          <p:nvSpPr>
            <p:cNvPr id="27" name="ïSļíḋe"/>
            <p:cNvSpPr/>
            <p:nvPr userDrawn="1"/>
          </p:nvSpPr>
          <p:spPr bwMode="auto">
            <a:xfrm>
              <a:off x="10844646" y="498022"/>
              <a:ext cx="156074" cy="25047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28" name="îSḷîḓé"/>
            <p:cNvSpPr/>
            <p:nvPr userDrawn="1"/>
          </p:nvSpPr>
          <p:spPr bwMode="auto">
            <a:xfrm>
              <a:off x="10963687" y="498022"/>
              <a:ext cx="166655" cy="25047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29" name="işļïḑê"/>
            <p:cNvSpPr/>
            <p:nvPr userDrawn="1"/>
          </p:nvSpPr>
          <p:spPr bwMode="auto">
            <a:xfrm>
              <a:off x="10937233" y="650019"/>
              <a:ext cx="66134" cy="3211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30" name="iṣḷiḑè"/>
            <p:cNvSpPr/>
            <p:nvPr userDrawn="1"/>
          </p:nvSpPr>
          <p:spPr bwMode="auto">
            <a:xfrm>
              <a:off x="11088015" y="498022"/>
              <a:ext cx="158719" cy="25047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31" name="ïṣľídè"/>
            <p:cNvSpPr/>
            <p:nvPr userDrawn="1"/>
          </p:nvSpPr>
          <p:spPr bwMode="auto">
            <a:xfrm>
              <a:off x="11207055" y="498022"/>
              <a:ext cx="156074" cy="25047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rgbClr val="000000"/>
                </a:solidFill>
                <a:effectLst/>
                <a:uLnTx/>
                <a:uFillTx/>
                <a:latin typeface="Century Gothic" panose="020B0502020202020204"/>
                <a:ea typeface="微软雅黑" panose="020B0503020204020204" charset="-122"/>
              </a:endParaRPr>
            </a:p>
          </p:txBody>
        </p:sp>
        <p:sp>
          <p:nvSpPr>
            <p:cNvPr id="32" name="íSļîḓé"/>
            <p:cNvSpPr/>
            <p:nvPr userDrawn="1"/>
          </p:nvSpPr>
          <p:spPr bwMode="auto">
            <a:xfrm>
              <a:off x="11170020" y="714243"/>
              <a:ext cx="66134" cy="3425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33" name="iṩ1ídè"/>
            <p:cNvSpPr/>
            <p:nvPr userDrawn="1"/>
          </p:nvSpPr>
          <p:spPr bwMode="auto">
            <a:xfrm>
              <a:off x="10728252" y="116959"/>
              <a:ext cx="1293558" cy="700044"/>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34" name="ïşľíḑé"/>
            <p:cNvSpPr/>
            <p:nvPr userDrawn="1"/>
          </p:nvSpPr>
          <p:spPr bwMode="auto">
            <a:xfrm>
              <a:off x="11561527" y="472332"/>
              <a:ext cx="185172" cy="360000"/>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grpSp>
      <p:cxnSp>
        <p:nvCxnSpPr>
          <p:cNvPr id="35" name="直接连接符 23"/>
          <p:cNvCxnSpPr>
            <a:endCxn id="33" idx="0"/>
          </p:cNvCxnSpPr>
          <p:nvPr userDrawn="1"/>
        </p:nvCxnSpPr>
        <p:spPr>
          <a:xfrm>
            <a:off x="0" y="966439"/>
            <a:ext cx="10889097" cy="11042"/>
          </a:xfrm>
          <a:prstGeom prst="line">
            <a:avLst/>
          </a:prstGeom>
          <a:noFill/>
          <a:ln w="6350" cap="flat" cmpd="sng" algn="ctr">
            <a:solidFill>
              <a:srgbClr val="005BAD"/>
            </a:solidFill>
            <a:prstDash val="solid"/>
            <a:miter lim="800000"/>
          </a:ln>
          <a:effectLst/>
        </p:spPr>
      </p:cxnSp>
      <p:sp>
        <p:nvSpPr>
          <p:cNvPr id="42" name="矩形 41"/>
          <p:cNvSpPr/>
          <p:nvPr userDrawn="1"/>
        </p:nvSpPr>
        <p:spPr>
          <a:xfrm>
            <a:off x="383647"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43" name="矩形 42"/>
          <p:cNvSpPr/>
          <p:nvPr userDrawn="1"/>
        </p:nvSpPr>
        <p:spPr>
          <a:xfrm>
            <a:off x="191344"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44" name="日期占位符 135"/>
          <p:cNvSpPr txBox="1"/>
          <p:nvPr userDrawn="1"/>
        </p:nvSpPr>
        <p:spPr>
          <a:xfrm>
            <a:off x="8817580" y="6500767"/>
            <a:ext cx="2883976" cy="267573"/>
          </a:xfrm>
          <a:prstGeom prst="rect">
            <a:avLst/>
          </a:prstGeom>
        </p:spPr>
        <p:txBody>
          <a:bodyPr anchor="ctr"/>
          <a:lstStyle>
            <a:defPPr>
              <a:defRPr lang="zh-CN"/>
            </a:defPPr>
            <a:lvl1pPr marL="0" algn="r"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dirty="0">
                <a:solidFill>
                  <a:srgbClr val="768395"/>
                </a:solidFill>
                <a:latin typeface="Century Gothic" panose="020B0502020202020204"/>
                <a:ea typeface="微软雅黑" panose="020B0503020204020204" charset="-122"/>
              </a:rPr>
              <a:t>华中科技大学电子信息与通信学院</a:t>
            </a:r>
            <a:endParaRPr lang="zh-CN" altLang="en-US" dirty="0">
              <a:solidFill>
                <a:srgbClr val="768395"/>
              </a:solidFill>
              <a:latin typeface="Century Gothic" panose="020B0502020202020204"/>
              <a:ea typeface="微软雅黑" panose="020B0503020204020204" charset="-122"/>
            </a:endParaRPr>
          </a:p>
        </p:txBody>
      </p:sp>
      <p:sp>
        <p:nvSpPr>
          <p:cNvPr id="45" name="页脚占位符 136"/>
          <p:cNvSpPr txBox="1"/>
          <p:nvPr userDrawn="1"/>
        </p:nvSpPr>
        <p:spPr>
          <a:xfrm>
            <a:off x="494122" y="6497233"/>
            <a:ext cx="2880000" cy="273685"/>
          </a:xfrm>
          <a:prstGeom prst="rect">
            <a:avLst/>
          </a:prstGeom>
        </p:spPr>
        <p:txBody>
          <a:bodyPr vert="horz" lIns="91440" tIns="45720" rIns="91440" bIns="45720" rtlCol="0" anchor="ctr"/>
          <a:lstStyle>
            <a:defPPr>
              <a:defRPr lang="zh-CN"/>
            </a:defPPr>
            <a:lvl1pPr marL="0" algn="dist"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rgbClr val="768395"/>
                </a:solidFill>
                <a:latin typeface="Century Gothic" panose="020B0502020202020204"/>
                <a:ea typeface="微软雅黑" panose="020B0503020204020204" charset="-122"/>
              </a:rPr>
              <a:t>明德厚学 求是创新</a:t>
            </a:r>
            <a:endParaRPr lang="zh-CN" altLang="en-US" dirty="0">
              <a:solidFill>
                <a:srgbClr val="768395"/>
              </a:solidFill>
              <a:latin typeface="Century Gothic" panose="020B0502020202020204"/>
              <a:ea typeface="微软雅黑" panose="020B0503020204020204" charset="-122"/>
            </a:endParaRPr>
          </a:p>
        </p:txBody>
      </p:sp>
      <p:sp>
        <p:nvSpPr>
          <p:cNvPr id="48" name="Slide Number Placeholder 5"/>
          <p:cNvSpPr txBox="1"/>
          <p:nvPr userDrawn="1"/>
        </p:nvSpPr>
        <p:spPr>
          <a:xfrm>
            <a:off x="6063642" y="6568610"/>
            <a:ext cx="480484" cy="125413"/>
          </a:xfrm>
          <a:prstGeom prst="rect">
            <a:avLst/>
          </a:prstGeom>
        </p:spPr>
        <p:txBody>
          <a:bodyPr vert="horz" lIns="0" tIns="0" rIns="0" bIns="0" rtlCol="0" anchor="b" anchorCtr="0">
            <a:noAutofit/>
          </a:bodyPr>
          <a:lstStyle>
            <a:defPPr>
              <a:defRPr lang="en-US"/>
            </a:defPPr>
            <a:lvl1pPr marL="0" algn="l" defTabSz="914400" rtl="0" eaLnBrk="1" fontAlgn="auto" latinLnBrk="0" hangingPunct="1">
              <a:spcBef>
                <a:spcPts val="0"/>
              </a:spcBef>
              <a:spcAft>
                <a:spcPts val="0"/>
              </a:spcAft>
              <a:defRPr sz="1000" b="1" kern="1200" smtClean="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3DA0BB7-265A-403C-9275-D587AB510EDC}" type="slidenum">
              <a:rPr lang="zh-TW" altLang="en-US" smtClean="0">
                <a:solidFill>
                  <a:schemeClr val="tx1">
                    <a:lumMod val="50000"/>
                    <a:lumOff val="50000"/>
                  </a:schemeClr>
                </a:solidFill>
              </a:rPr>
            </a:fld>
            <a:endParaRPr lang="zh-TW" altLang="en-US" dirty="0">
              <a:solidFill>
                <a:schemeClr val="tx1">
                  <a:lumMod val="50000"/>
                  <a:lumOff val="50000"/>
                </a:scheme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纯标题">
    <p:spTree>
      <p:nvGrpSpPr>
        <p:cNvPr id="1" name=""/>
        <p:cNvGrpSpPr/>
        <p:nvPr/>
      </p:nvGrpSpPr>
      <p:grpSpPr>
        <a:xfrm>
          <a:off x="0" y="0"/>
          <a:ext cx="0" cy="0"/>
          <a:chOff x="0" y="0"/>
          <a:chExt cx="0" cy="0"/>
        </a:xfrm>
      </p:grpSpPr>
      <p:cxnSp>
        <p:nvCxnSpPr>
          <p:cNvPr id="4" name="Straight Arrow Connector 3"/>
          <p:cNvCxnSpPr/>
          <p:nvPr/>
        </p:nvCxnSpPr>
        <p:spPr>
          <a:xfrm>
            <a:off x="-1145117" y="6303964"/>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5" name="Straight Arrow Connector 4"/>
          <p:cNvCxnSpPr/>
          <p:nvPr/>
        </p:nvCxnSpPr>
        <p:spPr>
          <a:xfrm>
            <a:off x="4720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a:off x="11703051"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7" name="TextBox 12"/>
          <p:cNvSpPr txBox="1">
            <a:spLocks noChangeArrowheads="1"/>
          </p:cNvSpPr>
          <p:nvPr/>
        </p:nvSpPr>
        <p:spPr bwMode="auto">
          <a:xfrm>
            <a:off x="-2423583" y="6581776"/>
            <a:ext cx="223943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900" dirty="0">
                <a:solidFill>
                  <a:srgbClr val="FFFFFF"/>
                </a:solidFill>
              </a:rPr>
              <a:t>White markers indicate position of  Drawing Guides</a:t>
            </a:r>
            <a:endParaRPr lang="en-US" sz="900" dirty="0">
              <a:solidFill>
                <a:srgbClr val="FFFFFF"/>
              </a:solidFill>
            </a:endParaRPr>
          </a:p>
        </p:txBody>
      </p:sp>
      <p:cxnSp>
        <p:nvCxnSpPr>
          <p:cNvPr id="8" name="Straight Arrow Connector 7"/>
          <p:cNvCxnSpPr/>
          <p:nvPr/>
        </p:nvCxnSpPr>
        <p:spPr>
          <a:xfrm>
            <a:off x="-1145117" y="12588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145117" y="7635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58568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6335184"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12" name="TextBox 17"/>
          <p:cNvSpPr txBox="1">
            <a:spLocks noChangeArrowheads="1"/>
          </p:cNvSpPr>
          <p:nvPr/>
        </p:nvSpPr>
        <p:spPr bwMode="auto">
          <a:xfrm>
            <a:off x="-1255183" y="896938"/>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7.40 cm</a:t>
            </a:r>
            <a:endParaRPr lang="en-US" sz="700">
              <a:solidFill>
                <a:srgbClr val="FFFFFF"/>
              </a:solidFill>
            </a:endParaRPr>
          </a:p>
          <a:p>
            <a:pPr algn="r">
              <a:spcAft>
                <a:spcPts val="300"/>
              </a:spcAft>
            </a:pPr>
            <a:r>
              <a:rPr lang="en-US" sz="700">
                <a:solidFill>
                  <a:srgbClr val="FFFFFF"/>
                </a:solidFill>
              </a:rPr>
              <a:t>2.91 Inches</a:t>
            </a:r>
            <a:endParaRPr lang="en-US" sz="700">
              <a:solidFill>
                <a:srgbClr val="FFFFFF"/>
              </a:solidFill>
            </a:endParaRPr>
          </a:p>
        </p:txBody>
      </p:sp>
      <p:sp>
        <p:nvSpPr>
          <p:cNvPr id="13" name="TextBox 18"/>
          <p:cNvSpPr txBox="1">
            <a:spLocks noChangeArrowheads="1"/>
          </p:cNvSpPr>
          <p:nvPr/>
        </p:nvSpPr>
        <p:spPr bwMode="auto">
          <a:xfrm>
            <a:off x="-1255183" y="13779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6.00 cm</a:t>
            </a:r>
            <a:endParaRPr lang="en-US" sz="700">
              <a:solidFill>
                <a:srgbClr val="FFFFFF"/>
              </a:solidFill>
            </a:endParaRPr>
          </a:p>
          <a:p>
            <a:pPr algn="r">
              <a:spcAft>
                <a:spcPts val="300"/>
              </a:spcAft>
            </a:pPr>
            <a:r>
              <a:rPr lang="en-US" sz="700">
                <a:solidFill>
                  <a:srgbClr val="FFFFFF"/>
                </a:solidFill>
              </a:rPr>
              <a:t>2.36 Inches</a:t>
            </a:r>
            <a:endParaRPr lang="en-US" sz="700">
              <a:solidFill>
                <a:srgbClr val="FFFFFF"/>
              </a:solidFill>
            </a:endParaRPr>
          </a:p>
        </p:txBody>
      </p:sp>
      <p:sp>
        <p:nvSpPr>
          <p:cNvPr id="14" name="TextBox 19"/>
          <p:cNvSpPr txBox="1">
            <a:spLocks noChangeArrowheads="1"/>
          </p:cNvSpPr>
          <p:nvPr/>
        </p:nvSpPr>
        <p:spPr bwMode="auto">
          <a:xfrm>
            <a:off x="-1255183" y="5921375"/>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dirty="0">
                <a:solidFill>
                  <a:srgbClr val="FFFFFF"/>
                </a:solidFill>
              </a:rPr>
              <a:t>8.00 cm</a:t>
            </a:r>
            <a:endParaRPr lang="en-US" sz="700" dirty="0">
              <a:solidFill>
                <a:srgbClr val="FFFFFF"/>
              </a:solidFill>
            </a:endParaRPr>
          </a:p>
          <a:p>
            <a:pPr algn="r">
              <a:spcAft>
                <a:spcPts val="300"/>
              </a:spcAft>
            </a:pPr>
            <a:r>
              <a:rPr lang="en-US" sz="700" dirty="0">
                <a:solidFill>
                  <a:srgbClr val="FFFFFF"/>
                </a:solidFill>
              </a:rPr>
              <a:t>3.15 Inches</a:t>
            </a:r>
            <a:endParaRPr lang="en-US" sz="700" dirty="0">
              <a:solidFill>
                <a:srgbClr val="FFFFFF"/>
              </a:solidFill>
            </a:endParaRPr>
          </a:p>
        </p:txBody>
      </p:sp>
      <p:sp>
        <p:nvSpPr>
          <p:cNvPr id="15" name="TextBox 20"/>
          <p:cNvSpPr txBox="1">
            <a:spLocks noChangeArrowheads="1"/>
          </p:cNvSpPr>
          <p:nvPr/>
        </p:nvSpPr>
        <p:spPr bwMode="auto">
          <a:xfrm>
            <a:off x="4783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pPr>
            <a:r>
              <a:rPr lang="en-US" sz="700">
                <a:solidFill>
                  <a:srgbClr val="FFFFFF"/>
                </a:solidFill>
                <a:sym typeface="Wingdings" panose="05000000000000000000" pitchFamily="2" charset="2"/>
              </a:rPr>
              <a:t></a:t>
            </a:r>
            <a:r>
              <a:rPr lang="en-US" sz="700">
                <a:solidFill>
                  <a:srgbClr val="FFFFFF"/>
                </a:solidFill>
              </a:rPr>
              <a:t>11.70 cm</a:t>
            </a:r>
            <a:endParaRPr lang="en-US" sz="700">
              <a:solidFill>
                <a:srgbClr val="FFFFFF"/>
              </a:solidFill>
            </a:endParaRPr>
          </a:p>
          <a:p>
            <a:pPr>
              <a:spcAft>
                <a:spcPts val="300"/>
              </a:spcAft>
            </a:pPr>
            <a:r>
              <a:rPr lang="en-US" sz="700">
                <a:solidFill>
                  <a:srgbClr val="FFFFFF"/>
                </a:solidFill>
                <a:sym typeface="Wingdings" panose="05000000000000000000" pitchFamily="2" charset="2"/>
              </a:rPr>
              <a:t> 4.61 inches</a:t>
            </a:r>
            <a:endParaRPr lang="en-US" sz="700">
              <a:solidFill>
                <a:srgbClr val="FFFFFF"/>
              </a:solidFill>
            </a:endParaRPr>
          </a:p>
        </p:txBody>
      </p:sp>
      <p:sp>
        <p:nvSpPr>
          <p:cNvPr id="16" name="TextBox 21"/>
          <p:cNvSpPr txBox="1">
            <a:spLocks noChangeArrowheads="1"/>
          </p:cNvSpPr>
          <p:nvPr/>
        </p:nvSpPr>
        <p:spPr bwMode="auto">
          <a:xfrm>
            <a:off x="47709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0.50 cm </a:t>
            </a:r>
            <a:r>
              <a:rPr lang="en-US" sz="700">
                <a:solidFill>
                  <a:srgbClr val="FFFFFF"/>
                </a:solidFill>
                <a:sym typeface="Wingdings" panose="05000000000000000000" pitchFamily="2" charset="2"/>
              </a:rPr>
              <a:t></a:t>
            </a:r>
            <a:endParaRPr lang="en-US" sz="700">
              <a:solidFill>
                <a:srgbClr val="FFFFFF"/>
              </a:solidFill>
              <a:sym typeface="Wingdings" panose="05000000000000000000" pitchFamily="2" charset="2"/>
            </a:endParaRPr>
          </a:p>
          <a:p>
            <a:pPr algn="r">
              <a:spcAft>
                <a:spcPts val="300"/>
              </a:spcAft>
            </a:pPr>
            <a:r>
              <a:rPr lang="en-US" sz="700">
                <a:solidFill>
                  <a:srgbClr val="FFFFFF"/>
                </a:solidFill>
                <a:sym typeface="Wingdings" panose="05000000000000000000" pitchFamily="2" charset="2"/>
              </a:rPr>
              <a:t>0.2 inches </a:t>
            </a:r>
            <a:endParaRPr lang="en-US" sz="700">
              <a:solidFill>
                <a:srgbClr val="FFFFFF"/>
              </a:solidFill>
            </a:endParaRPr>
          </a:p>
        </p:txBody>
      </p:sp>
      <p:sp>
        <p:nvSpPr>
          <p:cNvPr id="17" name="TextBox 22"/>
          <p:cNvSpPr txBox="1">
            <a:spLocks noChangeArrowheads="1"/>
          </p:cNvSpPr>
          <p:nvPr/>
        </p:nvSpPr>
        <p:spPr bwMode="auto">
          <a:xfrm>
            <a:off x="6350001"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buFont typeface="Wingdings" panose="05000000000000000000" pitchFamily="2" charset="2"/>
              <a:buChar char="ß"/>
            </a:pPr>
            <a:r>
              <a:rPr lang="en-US" sz="700">
                <a:solidFill>
                  <a:srgbClr val="FFFFFF"/>
                </a:solidFill>
              </a:rPr>
              <a:t>0.50 cm</a:t>
            </a:r>
            <a:endParaRPr lang="en-US" sz="700">
              <a:solidFill>
                <a:srgbClr val="FFFFFF"/>
              </a:solidFill>
            </a:endParaRPr>
          </a:p>
          <a:p>
            <a:pPr>
              <a:spcAft>
                <a:spcPts val="300"/>
              </a:spcAft>
            </a:pPr>
            <a:r>
              <a:rPr lang="en-US" sz="700">
                <a:solidFill>
                  <a:srgbClr val="FFFFFF"/>
                </a:solidFill>
                <a:sym typeface="Wingdings" panose="05000000000000000000" pitchFamily="2" charset="2"/>
              </a:rPr>
              <a:t> 0.2 inches</a:t>
            </a:r>
            <a:endParaRPr lang="en-US" sz="700">
              <a:solidFill>
                <a:srgbClr val="FFFFFF"/>
              </a:solidFill>
            </a:endParaRPr>
          </a:p>
        </p:txBody>
      </p:sp>
      <p:sp>
        <p:nvSpPr>
          <p:cNvPr id="18" name="TextBox 23"/>
          <p:cNvSpPr txBox="1">
            <a:spLocks noChangeArrowheads="1"/>
          </p:cNvSpPr>
          <p:nvPr/>
        </p:nvSpPr>
        <p:spPr bwMode="auto">
          <a:xfrm>
            <a:off x="10627785"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11.70 cm </a:t>
            </a:r>
            <a:r>
              <a:rPr lang="en-US" sz="700">
                <a:solidFill>
                  <a:srgbClr val="FFFFFF"/>
                </a:solidFill>
                <a:sym typeface="Wingdings" panose="05000000000000000000" pitchFamily="2" charset="2"/>
              </a:rPr>
              <a:t></a:t>
            </a:r>
            <a:endParaRPr lang="en-US" sz="700">
              <a:solidFill>
                <a:srgbClr val="FFFFFF"/>
              </a:solidFill>
            </a:endParaRPr>
          </a:p>
          <a:p>
            <a:pPr algn="r">
              <a:spcAft>
                <a:spcPts val="300"/>
              </a:spcAft>
            </a:pPr>
            <a:r>
              <a:rPr lang="en-US" sz="700">
                <a:solidFill>
                  <a:srgbClr val="FFFFFF"/>
                </a:solidFill>
                <a:sym typeface="Wingdings" panose="05000000000000000000" pitchFamily="2" charset="2"/>
              </a:rPr>
              <a:t> 4.61 inches </a:t>
            </a:r>
            <a:endParaRPr lang="en-US" sz="700">
              <a:solidFill>
                <a:srgbClr val="FFFFFF"/>
              </a:solidFill>
            </a:endParaRPr>
          </a:p>
        </p:txBody>
      </p:sp>
      <p:cxnSp>
        <p:nvCxnSpPr>
          <p:cNvPr id="19" name="Straight Arrow Connector 18"/>
          <p:cNvCxnSpPr/>
          <p:nvPr/>
        </p:nvCxnSpPr>
        <p:spPr>
          <a:xfrm rot="5400000" flipH="1" flipV="1">
            <a:off x="-296863" y="1308630"/>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rot="5400000" flipH="1" flipV="1">
            <a:off x="-296863" y="811743"/>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rot="5400000" flipH="1" flipV="1">
            <a:off x="-296863" y="6240993"/>
            <a:ext cx="92075" cy="2117"/>
          </a:xfrm>
          <a:prstGeom prst="straightConnector1">
            <a:avLst/>
          </a:prstGeom>
          <a:ln w="3175">
            <a:solidFill>
              <a:schemeClr val="bg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22" name="AutoShape 4"/>
          <p:cNvSpPr/>
          <p:nvPr/>
        </p:nvSpPr>
        <p:spPr bwMode="gray">
          <a:xfrm>
            <a:off x="-2055284" y="0"/>
            <a:ext cx="1871133" cy="584775"/>
          </a:xfrm>
          <a:prstGeom prst="rect">
            <a:avLst/>
          </a:prstGeom>
          <a:noFill/>
          <a:ln w="12700" algn="ctr">
            <a:noFill/>
            <a:miter lim="800000"/>
          </a:ln>
          <a:effectLst/>
        </p:spPr>
        <p:txBody>
          <a:bodyPr lIns="0" tIns="0" rIns="0" bIns="0">
            <a:spAutoFit/>
          </a:bodyPr>
          <a:lstStyle/>
          <a:p>
            <a:pPr>
              <a:defRPr/>
            </a:pPr>
            <a:r>
              <a:rPr lang="en-US" sz="700" b="1" dirty="0">
                <a:solidFill>
                  <a:srgbClr val="FFFFFF"/>
                </a:solidFill>
              </a:rPr>
              <a:t>To view  drawing guides:</a:t>
            </a:r>
            <a:endParaRPr lang="en-US" sz="700" b="1" dirty="0">
              <a:solidFill>
                <a:srgbClr val="FFFFFF"/>
              </a:solidFill>
            </a:endParaRPr>
          </a:p>
          <a:p>
            <a:pPr>
              <a:defRPr/>
            </a:pPr>
            <a:endParaRPr lang="en-US" sz="300" b="1" dirty="0">
              <a:solidFill>
                <a:srgbClr val="FFFFFF"/>
              </a:solidFill>
            </a:endParaRPr>
          </a:p>
          <a:p>
            <a:pPr marL="180975" indent="-180975">
              <a:buFont typeface="+mj-lt"/>
              <a:buAutoNum type="arabicPeriod"/>
              <a:defRPr/>
            </a:pPr>
            <a:r>
              <a:rPr lang="en-US" sz="700" dirty="0">
                <a:solidFill>
                  <a:srgbClr val="FFFFFF"/>
                </a:solidFill>
              </a:rPr>
              <a:t>Right-click on slide and select ’Grid and Guides...’</a:t>
            </a:r>
            <a:endParaRPr lang="en-US" sz="700" dirty="0">
              <a:solidFill>
                <a:srgbClr val="FFFFFF"/>
              </a:solidFill>
            </a:endParaRPr>
          </a:p>
          <a:p>
            <a:pPr marL="180975" indent="-180975">
              <a:buFont typeface="+mj-lt"/>
              <a:buAutoNum type="arabicPeriod"/>
              <a:defRPr/>
            </a:pPr>
            <a:r>
              <a:rPr lang="en-US" sz="700" dirty="0">
                <a:solidFill>
                  <a:srgbClr val="FFFFFF"/>
                </a:solidFill>
              </a:rPr>
              <a:t>Check ’Display drawing guides on screen’</a:t>
            </a:r>
            <a:endParaRPr lang="en-US" sz="700" dirty="0">
              <a:solidFill>
                <a:srgbClr val="FFFFFF"/>
              </a:solidFill>
            </a:endParaRPr>
          </a:p>
          <a:p>
            <a:pPr marL="180975" indent="-180975">
              <a:buFont typeface="+mj-lt"/>
              <a:buAutoNum type="arabicPeriod"/>
              <a:defRPr/>
            </a:pPr>
            <a:r>
              <a:rPr lang="en-US" sz="700" dirty="0">
                <a:solidFill>
                  <a:srgbClr val="FFFFFF"/>
                </a:solidFill>
              </a:rPr>
              <a:t>Select ’OK’</a:t>
            </a:r>
            <a:endParaRPr lang="en-US" sz="700" dirty="0">
              <a:solidFill>
                <a:srgbClr val="FFFFFF"/>
              </a:solidFill>
            </a:endParaRPr>
          </a:p>
        </p:txBody>
      </p:sp>
      <p:sp>
        <p:nvSpPr>
          <p:cNvPr id="2" name="Title 1"/>
          <p:cNvSpPr>
            <a:spLocks noGrp="1"/>
          </p:cNvSpPr>
          <p:nvPr>
            <p:ph type="title"/>
          </p:nvPr>
        </p:nvSpPr>
        <p:spPr/>
        <p:txBody>
          <a:bodyPr lIns="108000"/>
          <a:lstStyle/>
          <a:p>
            <a:r>
              <a:rPr lang="zh-CN" altLang="en-US" noProof="0" dirty="0"/>
              <a:t>单击此处编辑母版标题样式</a:t>
            </a:r>
            <a:endParaRPr lang="en-US" noProof="0" dirty="0"/>
          </a:p>
        </p:txBody>
      </p:sp>
      <p:grpSp>
        <p:nvGrpSpPr>
          <p:cNvPr id="25" name="组合 24"/>
          <p:cNvGrpSpPr>
            <a:grpSpLocks noChangeAspect="1"/>
          </p:cNvGrpSpPr>
          <p:nvPr userDrawn="1"/>
        </p:nvGrpSpPr>
        <p:grpSpPr>
          <a:xfrm>
            <a:off x="10889097" y="451528"/>
            <a:ext cx="971869" cy="537470"/>
            <a:chOff x="10728252" y="116959"/>
            <a:chExt cx="1293558" cy="715373"/>
          </a:xfrm>
          <a:solidFill>
            <a:srgbClr val="005BAD"/>
          </a:solidFill>
        </p:grpSpPr>
        <p:sp>
          <p:nvSpPr>
            <p:cNvPr id="26" name="ïSļíḋe"/>
            <p:cNvSpPr/>
            <p:nvPr userDrawn="1"/>
          </p:nvSpPr>
          <p:spPr bwMode="auto">
            <a:xfrm>
              <a:off x="10844646" y="498022"/>
              <a:ext cx="156074" cy="25047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27" name="îSḷîḓé"/>
            <p:cNvSpPr/>
            <p:nvPr userDrawn="1"/>
          </p:nvSpPr>
          <p:spPr bwMode="auto">
            <a:xfrm>
              <a:off x="10963687" y="498022"/>
              <a:ext cx="166655" cy="25047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28" name="işļïḑê"/>
            <p:cNvSpPr/>
            <p:nvPr userDrawn="1"/>
          </p:nvSpPr>
          <p:spPr bwMode="auto">
            <a:xfrm>
              <a:off x="10937233" y="650019"/>
              <a:ext cx="66134" cy="3211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29" name="iṣḷiḑè"/>
            <p:cNvSpPr/>
            <p:nvPr userDrawn="1"/>
          </p:nvSpPr>
          <p:spPr bwMode="auto">
            <a:xfrm>
              <a:off x="11088015" y="498022"/>
              <a:ext cx="158719" cy="25047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30" name="ïṣľídè"/>
            <p:cNvSpPr/>
            <p:nvPr userDrawn="1"/>
          </p:nvSpPr>
          <p:spPr bwMode="auto">
            <a:xfrm>
              <a:off x="11207055" y="498022"/>
              <a:ext cx="156074" cy="25047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rgbClr val="000000"/>
                </a:solidFill>
                <a:effectLst/>
                <a:uLnTx/>
                <a:uFillTx/>
                <a:latin typeface="Century Gothic" panose="020B0502020202020204"/>
                <a:ea typeface="微软雅黑" panose="020B0503020204020204" charset="-122"/>
              </a:endParaRPr>
            </a:p>
          </p:txBody>
        </p:sp>
        <p:sp>
          <p:nvSpPr>
            <p:cNvPr id="31" name="íSļîḓé"/>
            <p:cNvSpPr/>
            <p:nvPr userDrawn="1"/>
          </p:nvSpPr>
          <p:spPr bwMode="auto">
            <a:xfrm>
              <a:off x="11170020" y="714243"/>
              <a:ext cx="66134" cy="3425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32" name="iṩ1ídè"/>
            <p:cNvSpPr/>
            <p:nvPr userDrawn="1"/>
          </p:nvSpPr>
          <p:spPr bwMode="auto">
            <a:xfrm>
              <a:off x="10728252" y="116959"/>
              <a:ext cx="1293558" cy="700044"/>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33" name="ïşľíḑé"/>
            <p:cNvSpPr/>
            <p:nvPr userDrawn="1"/>
          </p:nvSpPr>
          <p:spPr bwMode="auto">
            <a:xfrm>
              <a:off x="11561527" y="472332"/>
              <a:ext cx="185172" cy="360000"/>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grpSp>
      <p:cxnSp>
        <p:nvCxnSpPr>
          <p:cNvPr id="35" name="直接连接符 23"/>
          <p:cNvCxnSpPr>
            <a:endCxn id="32" idx="0"/>
          </p:cNvCxnSpPr>
          <p:nvPr userDrawn="1"/>
        </p:nvCxnSpPr>
        <p:spPr>
          <a:xfrm>
            <a:off x="0" y="966439"/>
            <a:ext cx="10889097" cy="11042"/>
          </a:xfrm>
          <a:prstGeom prst="line">
            <a:avLst/>
          </a:prstGeom>
          <a:noFill/>
          <a:ln w="6350" cap="flat" cmpd="sng" algn="ctr">
            <a:solidFill>
              <a:srgbClr val="005BAD"/>
            </a:solidFill>
            <a:prstDash val="solid"/>
            <a:miter lim="800000"/>
          </a:ln>
          <a:effectLst/>
        </p:spPr>
      </p:cxnSp>
      <p:sp>
        <p:nvSpPr>
          <p:cNvPr id="40" name="矩形 39"/>
          <p:cNvSpPr/>
          <p:nvPr userDrawn="1"/>
        </p:nvSpPr>
        <p:spPr>
          <a:xfrm>
            <a:off x="383647"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41" name="矩形 40"/>
          <p:cNvSpPr/>
          <p:nvPr userDrawn="1"/>
        </p:nvSpPr>
        <p:spPr>
          <a:xfrm>
            <a:off x="191344"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43" name="日期占位符 135"/>
          <p:cNvSpPr txBox="1"/>
          <p:nvPr userDrawn="1"/>
        </p:nvSpPr>
        <p:spPr>
          <a:xfrm>
            <a:off x="8817580" y="6500767"/>
            <a:ext cx="2883976" cy="267573"/>
          </a:xfrm>
          <a:prstGeom prst="rect">
            <a:avLst/>
          </a:prstGeom>
        </p:spPr>
        <p:txBody>
          <a:bodyPr anchor="ctr"/>
          <a:lstStyle>
            <a:defPPr>
              <a:defRPr lang="zh-CN"/>
            </a:defPPr>
            <a:lvl1pPr marL="0" algn="r"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dirty="0">
                <a:solidFill>
                  <a:srgbClr val="768395"/>
                </a:solidFill>
                <a:latin typeface="Century Gothic" panose="020B0502020202020204"/>
                <a:ea typeface="微软雅黑" panose="020B0503020204020204" charset="-122"/>
              </a:rPr>
              <a:t>华中科技大学电子信息与通信学院</a:t>
            </a:r>
            <a:endParaRPr lang="zh-CN" altLang="en-US" dirty="0">
              <a:solidFill>
                <a:srgbClr val="768395"/>
              </a:solidFill>
              <a:latin typeface="Century Gothic" panose="020B0502020202020204"/>
              <a:ea typeface="微软雅黑" panose="020B0503020204020204" charset="-122"/>
            </a:endParaRPr>
          </a:p>
        </p:txBody>
      </p:sp>
      <p:sp>
        <p:nvSpPr>
          <p:cNvPr id="44" name="页脚占位符 136"/>
          <p:cNvSpPr txBox="1"/>
          <p:nvPr userDrawn="1"/>
        </p:nvSpPr>
        <p:spPr>
          <a:xfrm>
            <a:off x="494122" y="6497233"/>
            <a:ext cx="2880000" cy="273685"/>
          </a:xfrm>
          <a:prstGeom prst="rect">
            <a:avLst/>
          </a:prstGeom>
        </p:spPr>
        <p:txBody>
          <a:bodyPr vert="horz" lIns="91440" tIns="45720" rIns="91440" bIns="45720" rtlCol="0" anchor="ctr"/>
          <a:lstStyle>
            <a:defPPr>
              <a:defRPr lang="zh-CN"/>
            </a:defPPr>
            <a:lvl1pPr marL="0" algn="dist"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a:solidFill>
                  <a:srgbClr val="768395"/>
                </a:solidFill>
                <a:latin typeface="Century Gothic" panose="020B0502020202020204"/>
                <a:ea typeface="微软雅黑" panose="020B0503020204020204" charset="-122"/>
              </a:rPr>
              <a:t>明德厚学 求是创新</a:t>
            </a:r>
            <a:endParaRPr lang="zh-CN" altLang="en-US" dirty="0">
              <a:solidFill>
                <a:srgbClr val="768395"/>
              </a:solidFill>
              <a:latin typeface="Century Gothic" panose="020B0502020202020204"/>
              <a:ea typeface="微软雅黑" panose="020B0503020204020204" charset="-122"/>
            </a:endParaRPr>
          </a:p>
        </p:txBody>
      </p:sp>
      <p:sp>
        <p:nvSpPr>
          <p:cNvPr id="45" name="Slide Number Placeholder 5"/>
          <p:cNvSpPr txBox="1"/>
          <p:nvPr userDrawn="1"/>
        </p:nvSpPr>
        <p:spPr>
          <a:xfrm>
            <a:off x="6063642" y="6568610"/>
            <a:ext cx="480484" cy="125413"/>
          </a:xfrm>
          <a:prstGeom prst="rect">
            <a:avLst/>
          </a:prstGeom>
        </p:spPr>
        <p:txBody>
          <a:bodyPr vert="horz" lIns="0" tIns="0" rIns="0" bIns="0" rtlCol="0" anchor="b" anchorCtr="0">
            <a:noAutofit/>
          </a:bodyPr>
          <a:lstStyle>
            <a:defPPr>
              <a:defRPr lang="en-US"/>
            </a:defPPr>
            <a:lvl1pPr marL="0" algn="l" defTabSz="914400" rtl="0" eaLnBrk="1" fontAlgn="auto" latinLnBrk="0" hangingPunct="1">
              <a:spcBef>
                <a:spcPts val="0"/>
              </a:spcBef>
              <a:spcAft>
                <a:spcPts val="0"/>
              </a:spcAft>
              <a:defRPr sz="1000" b="1" kern="1200" smtClean="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3DA0BB7-265A-403C-9275-D587AB510EDC}" type="slidenum">
              <a:rPr lang="zh-TW" altLang="en-US" smtClean="0">
                <a:solidFill>
                  <a:schemeClr val="tx1">
                    <a:lumMod val="50000"/>
                    <a:lumOff val="50000"/>
                  </a:schemeClr>
                </a:solidFill>
              </a:rPr>
            </a:fld>
            <a:endParaRPr lang="zh-TW" altLang="en-US">
              <a:solidFill>
                <a:schemeClr val="tx1">
                  <a:lumMod val="50000"/>
                  <a:lumOff val="50000"/>
                </a:scheme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两栏单标题">
    <p:spTree>
      <p:nvGrpSpPr>
        <p:cNvPr id="1" name=""/>
        <p:cNvGrpSpPr/>
        <p:nvPr/>
      </p:nvGrpSpPr>
      <p:grpSpPr>
        <a:xfrm>
          <a:off x="0" y="0"/>
          <a:ext cx="0" cy="0"/>
          <a:chOff x="0" y="0"/>
          <a:chExt cx="0" cy="0"/>
        </a:xfrm>
      </p:grpSpPr>
      <p:cxnSp>
        <p:nvCxnSpPr>
          <p:cNvPr id="6" name="Straight Arrow Connector 5"/>
          <p:cNvCxnSpPr/>
          <p:nvPr/>
        </p:nvCxnSpPr>
        <p:spPr>
          <a:xfrm>
            <a:off x="-1145117" y="6303964"/>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4720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11703051"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145117" y="12588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1145117" y="7635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58568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6335184"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13" name="TextBox 16"/>
          <p:cNvSpPr txBox="1">
            <a:spLocks noChangeArrowheads="1"/>
          </p:cNvSpPr>
          <p:nvPr/>
        </p:nvSpPr>
        <p:spPr bwMode="auto">
          <a:xfrm>
            <a:off x="-2423583" y="6581776"/>
            <a:ext cx="223943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900" dirty="0">
                <a:solidFill>
                  <a:srgbClr val="FFFFFF"/>
                </a:solidFill>
              </a:rPr>
              <a:t>White markers indicate position of  Drawing Guides</a:t>
            </a:r>
            <a:endParaRPr lang="en-US" sz="900" dirty="0">
              <a:solidFill>
                <a:srgbClr val="FFFFFF"/>
              </a:solidFill>
            </a:endParaRPr>
          </a:p>
        </p:txBody>
      </p:sp>
      <p:sp>
        <p:nvSpPr>
          <p:cNvPr id="14" name="TextBox 17"/>
          <p:cNvSpPr txBox="1">
            <a:spLocks noChangeArrowheads="1"/>
          </p:cNvSpPr>
          <p:nvPr/>
        </p:nvSpPr>
        <p:spPr bwMode="auto">
          <a:xfrm>
            <a:off x="-1255183" y="896938"/>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7.40 cm</a:t>
            </a:r>
            <a:endParaRPr lang="en-US" sz="700">
              <a:solidFill>
                <a:srgbClr val="FFFFFF"/>
              </a:solidFill>
            </a:endParaRPr>
          </a:p>
          <a:p>
            <a:pPr algn="r">
              <a:spcAft>
                <a:spcPts val="300"/>
              </a:spcAft>
            </a:pPr>
            <a:r>
              <a:rPr lang="en-US" sz="700">
                <a:solidFill>
                  <a:srgbClr val="FFFFFF"/>
                </a:solidFill>
              </a:rPr>
              <a:t>2.91 Inches</a:t>
            </a:r>
            <a:endParaRPr lang="en-US" sz="700">
              <a:solidFill>
                <a:srgbClr val="FFFFFF"/>
              </a:solidFill>
            </a:endParaRPr>
          </a:p>
        </p:txBody>
      </p:sp>
      <p:sp>
        <p:nvSpPr>
          <p:cNvPr id="16" name="TextBox 18"/>
          <p:cNvSpPr txBox="1">
            <a:spLocks noChangeArrowheads="1"/>
          </p:cNvSpPr>
          <p:nvPr/>
        </p:nvSpPr>
        <p:spPr bwMode="auto">
          <a:xfrm>
            <a:off x="-1255183" y="13779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6.00 cm</a:t>
            </a:r>
            <a:endParaRPr lang="en-US" sz="700">
              <a:solidFill>
                <a:srgbClr val="FFFFFF"/>
              </a:solidFill>
            </a:endParaRPr>
          </a:p>
          <a:p>
            <a:pPr algn="r">
              <a:spcAft>
                <a:spcPts val="300"/>
              </a:spcAft>
            </a:pPr>
            <a:r>
              <a:rPr lang="en-US" sz="700">
                <a:solidFill>
                  <a:srgbClr val="FFFFFF"/>
                </a:solidFill>
              </a:rPr>
              <a:t>2.36 Inches</a:t>
            </a:r>
            <a:endParaRPr lang="en-US" sz="700">
              <a:solidFill>
                <a:srgbClr val="FFFFFF"/>
              </a:solidFill>
            </a:endParaRPr>
          </a:p>
        </p:txBody>
      </p:sp>
      <p:sp>
        <p:nvSpPr>
          <p:cNvPr id="17" name="TextBox 19"/>
          <p:cNvSpPr txBox="1">
            <a:spLocks noChangeArrowheads="1"/>
          </p:cNvSpPr>
          <p:nvPr/>
        </p:nvSpPr>
        <p:spPr bwMode="auto">
          <a:xfrm>
            <a:off x="-1255183" y="5921375"/>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8.00 cm</a:t>
            </a:r>
            <a:endParaRPr lang="en-US" sz="700">
              <a:solidFill>
                <a:srgbClr val="FFFFFF"/>
              </a:solidFill>
            </a:endParaRPr>
          </a:p>
          <a:p>
            <a:pPr algn="r">
              <a:spcAft>
                <a:spcPts val="300"/>
              </a:spcAft>
            </a:pPr>
            <a:r>
              <a:rPr lang="en-US" sz="700">
                <a:solidFill>
                  <a:srgbClr val="FFFFFF"/>
                </a:solidFill>
              </a:rPr>
              <a:t>3.15 Inches</a:t>
            </a:r>
            <a:endParaRPr lang="en-US" sz="700">
              <a:solidFill>
                <a:srgbClr val="FFFFFF"/>
              </a:solidFill>
            </a:endParaRPr>
          </a:p>
        </p:txBody>
      </p:sp>
      <p:sp>
        <p:nvSpPr>
          <p:cNvPr id="18" name="TextBox 20"/>
          <p:cNvSpPr txBox="1">
            <a:spLocks noChangeArrowheads="1"/>
          </p:cNvSpPr>
          <p:nvPr/>
        </p:nvSpPr>
        <p:spPr bwMode="auto">
          <a:xfrm>
            <a:off x="4783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pPr>
            <a:r>
              <a:rPr lang="en-US" sz="700">
                <a:solidFill>
                  <a:srgbClr val="FFFFFF"/>
                </a:solidFill>
                <a:sym typeface="Wingdings" panose="05000000000000000000" pitchFamily="2" charset="2"/>
              </a:rPr>
              <a:t></a:t>
            </a:r>
            <a:r>
              <a:rPr lang="en-US" sz="700">
                <a:solidFill>
                  <a:srgbClr val="FFFFFF"/>
                </a:solidFill>
              </a:rPr>
              <a:t>11.70 cm</a:t>
            </a:r>
            <a:endParaRPr lang="en-US" sz="700">
              <a:solidFill>
                <a:srgbClr val="FFFFFF"/>
              </a:solidFill>
            </a:endParaRPr>
          </a:p>
          <a:p>
            <a:pPr>
              <a:spcAft>
                <a:spcPts val="300"/>
              </a:spcAft>
            </a:pPr>
            <a:r>
              <a:rPr lang="en-US" sz="700">
                <a:solidFill>
                  <a:srgbClr val="FFFFFF"/>
                </a:solidFill>
                <a:sym typeface="Wingdings" panose="05000000000000000000" pitchFamily="2" charset="2"/>
              </a:rPr>
              <a:t> 4.61 inches</a:t>
            </a:r>
            <a:endParaRPr lang="en-US" sz="700">
              <a:solidFill>
                <a:srgbClr val="FFFFFF"/>
              </a:solidFill>
            </a:endParaRPr>
          </a:p>
        </p:txBody>
      </p:sp>
      <p:sp>
        <p:nvSpPr>
          <p:cNvPr id="19" name="TextBox 21"/>
          <p:cNvSpPr txBox="1">
            <a:spLocks noChangeArrowheads="1"/>
          </p:cNvSpPr>
          <p:nvPr/>
        </p:nvSpPr>
        <p:spPr bwMode="auto">
          <a:xfrm>
            <a:off x="47709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0.50 cm </a:t>
            </a:r>
            <a:r>
              <a:rPr lang="en-US" sz="700">
                <a:solidFill>
                  <a:srgbClr val="FFFFFF"/>
                </a:solidFill>
                <a:sym typeface="Wingdings" panose="05000000000000000000" pitchFamily="2" charset="2"/>
              </a:rPr>
              <a:t></a:t>
            </a:r>
            <a:endParaRPr lang="en-US" sz="700">
              <a:solidFill>
                <a:srgbClr val="FFFFFF"/>
              </a:solidFill>
              <a:sym typeface="Wingdings" panose="05000000000000000000" pitchFamily="2" charset="2"/>
            </a:endParaRPr>
          </a:p>
          <a:p>
            <a:pPr algn="r">
              <a:spcAft>
                <a:spcPts val="300"/>
              </a:spcAft>
            </a:pPr>
            <a:r>
              <a:rPr lang="en-US" sz="700">
                <a:solidFill>
                  <a:srgbClr val="FFFFFF"/>
                </a:solidFill>
                <a:sym typeface="Wingdings" panose="05000000000000000000" pitchFamily="2" charset="2"/>
              </a:rPr>
              <a:t>0.2 inches </a:t>
            </a:r>
            <a:endParaRPr lang="en-US" sz="700">
              <a:solidFill>
                <a:srgbClr val="FFFFFF"/>
              </a:solidFill>
            </a:endParaRPr>
          </a:p>
        </p:txBody>
      </p:sp>
      <p:sp>
        <p:nvSpPr>
          <p:cNvPr id="20" name="TextBox 22"/>
          <p:cNvSpPr txBox="1">
            <a:spLocks noChangeArrowheads="1"/>
          </p:cNvSpPr>
          <p:nvPr/>
        </p:nvSpPr>
        <p:spPr bwMode="auto">
          <a:xfrm>
            <a:off x="6350001"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buFont typeface="Wingdings" panose="05000000000000000000" pitchFamily="2" charset="2"/>
              <a:buChar char="ß"/>
            </a:pPr>
            <a:r>
              <a:rPr lang="en-US" sz="700">
                <a:solidFill>
                  <a:srgbClr val="FFFFFF"/>
                </a:solidFill>
              </a:rPr>
              <a:t>0.50 cm</a:t>
            </a:r>
            <a:endParaRPr lang="en-US" sz="700">
              <a:solidFill>
                <a:srgbClr val="FFFFFF"/>
              </a:solidFill>
            </a:endParaRPr>
          </a:p>
          <a:p>
            <a:pPr>
              <a:spcAft>
                <a:spcPts val="300"/>
              </a:spcAft>
            </a:pPr>
            <a:r>
              <a:rPr lang="en-US" sz="700">
                <a:solidFill>
                  <a:srgbClr val="FFFFFF"/>
                </a:solidFill>
                <a:sym typeface="Wingdings" panose="05000000000000000000" pitchFamily="2" charset="2"/>
              </a:rPr>
              <a:t> 0.2 inches</a:t>
            </a:r>
            <a:endParaRPr lang="en-US" sz="700">
              <a:solidFill>
                <a:srgbClr val="FFFFFF"/>
              </a:solidFill>
            </a:endParaRPr>
          </a:p>
        </p:txBody>
      </p:sp>
      <p:sp>
        <p:nvSpPr>
          <p:cNvPr id="21" name="TextBox 23"/>
          <p:cNvSpPr txBox="1">
            <a:spLocks noChangeArrowheads="1"/>
          </p:cNvSpPr>
          <p:nvPr/>
        </p:nvSpPr>
        <p:spPr bwMode="auto">
          <a:xfrm>
            <a:off x="10627785"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11.70 cm </a:t>
            </a:r>
            <a:r>
              <a:rPr lang="en-US" sz="700">
                <a:solidFill>
                  <a:srgbClr val="FFFFFF"/>
                </a:solidFill>
                <a:sym typeface="Wingdings" panose="05000000000000000000" pitchFamily="2" charset="2"/>
              </a:rPr>
              <a:t></a:t>
            </a:r>
            <a:endParaRPr lang="en-US" sz="700">
              <a:solidFill>
                <a:srgbClr val="FFFFFF"/>
              </a:solidFill>
            </a:endParaRPr>
          </a:p>
          <a:p>
            <a:pPr algn="r">
              <a:spcAft>
                <a:spcPts val="300"/>
              </a:spcAft>
            </a:pPr>
            <a:r>
              <a:rPr lang="en-US" sz="700">
                <a:solidFill>
                  <a:srgbClr val="FFFFFF"/>
                </a:solidFill>
                <a:sym typeface="Wingdings" panose="05000000000000000000" pitchFamily="2" charset="2"/>
              </a:rPr>
              <a:t> 4.61 inches </a:t>
            </a:r>
            <a:endParaRPr lang="en-US" sz="700">
              <a:solidFill>
                <a:srgbClr val="FFFFFF"/>
              </a:solidFill>
            </a:endParaRPr>
          </a:p>
        </p:txBody>
      </p:sp>
      <p:cxnSp>
        <p:nvCxnSpPr>
          <p:cNvPr id="22" name="Straight Arrow Connector 21"/>
          <p:cNvCxnSpPr/>
          <p:nvPr/>
        </p:nvCxnSpPr>
        <p:spPr>
          <a:xfrm rot="5400000" flipH="1" flipV="1">
            <a:off x="-296863" y="1308630"/>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rot="5400000" flipH="1" flipV="1">
            <a:off x="-296863" y="811743"/>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rot="5400000" flipH="1" flipV="1">
            <a:off x="-296863" y="6240993"/>
            <a:ext cx="92075" cy="2117"/>
          </a:xfrm>
          <a:prstGeom prst="straightConnector1">
            <a:avLst/>
          </a:prstGeom>
          <a:ln w="3175">
            <a:solidFill>
              <a:schemeClr val="bg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25" name="AutoShape 4"/>
          <p:cNvSpPr/>
          <p:nvPr/>
        </p:nvSpPr>
        <p:spPr bwMode="gray">
          <a:xfrm>
            <a:off x="-2055284" y="0"/>
            <a:ext cx="1871133" cy="584775"/>
          </a:xfrm>
          <a:prstGeom prst="rect">
            <a:avLst/>
          </a:prstGeom>
          <a:noFill/>
          <a:ln w="12700" algn="ctr">
            <a:noFill/>
            <a:miter lim="800000"/>
          </a:ln>
          <a:effectLst/>
        </p:spPr>
        <p:txBody>
          <a:bodyPr lIns="0" tIns="0" rIns="0" bIns="0">
            <a:spAutoFit/>
          </a:bodyPr>
          <a:lstStyle/>
          <a:p>
            <a:pPr>
              <a:defRPr/>
            </a:pPr>
            <a:r>
              <a:rPr lang="en-US" sz="700" b="1" dirty="0">
                <a:solidFill>
                  <a:srgbClr val="FFFFFF"/>
                </a:solidFill>
              </a:rPr>
              <a:t>To view  drawing guides:</a:t>
            </a:r>
            <a:endParaRPr lang="en-US" sz="700" b="1" dirty="0">
              <a:solidFill>
                <a:srgbClr val="FFFFFF"/>
              </a:solidFill>
            </a:endParaRPr>
          </a:p>
          <a:p>
            <a:pPr>
              <a:defRPr/>
            </a:pPr>
            <a:endParaRPr lang="en-US" sz="300" b="1" dirty="0">
              <a:solidFill>
                <a:srgbClr val="FFFFFF"/>
              </a:solidFill>
            </a:endParaRPr>
          </a:p>
          <a:p>
            <a:pPr marL="180975" indent="-180975">
              <a:buFont typeface="+mj-lt"/>
              <a:buAutoNum type="arabicPeriod"/>
              <a:defRPr/>
            </a:pPr>
            <a:r>
              <a:rPr lang="en-US" sz="700" dirty="0">
                <a:solidFill>
                  <a:srgbClr val="FFFFFF"/>
                </a:solidFill>
              </a:rPr>
              <a:t>Right-click on slide and select ’Grid and Guides...’</a:t>
            </a:r>
            <a:endParaRPr lang="en-US" sz="700" dirty="0">
              <a:solidFill>
                <a:srgbClr val="FFFFFF"/>
              </a:solidFill>
            </a:endParaRPr>
          </a:p>
          <a:p>
            <a:pPr marL="180975" indent="-180975">
              <a:buFont typeface="+mj-lt"/>
              <a:buAutoNum type="arabicPeriod"/>
              <a:defRPr/>
            </a:pPr>
            <a:r>
              <a:rPr lang="en-US" sz="700" dirty="0">
                <a:solidFill>
                  <a:srgbClr val="FFFFFF"/>
                </a:solidFill>
              </a:rPr>
              <a:t>Check ’Display drawing guides on screen’</a:t>
            </a:r>
            <a:endParaRPr lang="en-US" sz="700" dirty="0">
              <a:solidFill>
                <a:srgbClr val="FFFFFF"/>
              </a:solidFill>
            </a:endParaRPr>
          </a:p>
          <a:p>
            <a:pPr marL="180975" indent="-180975">
              <a:buFont typeface="+mj-lt"/>
              <a:buAutoNum type="arabicPeriod"/>
              <a:defRPr/>
            </a:pPr>
            <a:r>
              <a:rPr lang="en-US" sz="700" dirty="0">
                <a:solidFill>
                  <a:srgbClr val="FFFFFF"/>
                </a:solidFill>
              </a:rPr>
              <a:t>Select ’OK’</a:t>
            </a:r>
            <a:endParaRPr lang="en-US" sz="700" dirty="0">
              <a:solidFill>
                <a:srgbClr val="FFFFFF"/>
              </a:solidFill>
            </a:endParaRPr>
          </a:p>
        </p:txBody>
      </p:sp>
      <p:sp>
        <p:nvSpPr>
          <p:cNvPr id="2" name="Title 1"/>
          <p:cNvSpPr>
            <a:spLocks noGrp="1"/>
          </p:cNvSpPr>
          <p:nvPr>
            <p:ph type="title"/>
          </p:nvPr>
        </p:nvSpPr>
        <p:spPr>
          <a:xfrm>
            <a:off x="480000" y="395843"/>
            <a:ext cx="11232000" cy="492443"/>
          </a:xfrm>
        </p:spPr>
        <p:txBody>
          <a:bodyPr lIns="108000"/>
          <a:lstStyle>
            <a:lvl1pPr>
              <a:defRPr>
                <a:solidFill>
                  <a:schemeClr val="tx2"/>
                </a:solidFill>
              </a:defRPr>
            </a:lvl1pPr>
          </a:lstStyle>
          <a:p>
            <a:r>
              <a:rPr lang="zh-CN" altLang="en-US" noProof="0" dirty="0"/>
              <a:t>单击此处编辑母版标题样式</a:t>
            </a:r>
            <a:endParaRPr lang="en-US" noProof="0" dirty="0"/>
          </a:p>
        </p:txBody>
      </p:sp>
      <p:sp>
        <p:nvSpPr>
          <p:cNvPr id="38" name="Content Placeholder 2"/>
          <p:cNvSpPr>
            <a:spLocks noGrp="1"/>
          </p:cNvSpPr>
          <p:nvPr>
            <p:ph idx="1"/>
          </p:nvPr>
        </p:nvSpPr>
        <p:spPr>
          <a:xfrm>
            <a:off x="478367" y="1268413"/>
            <a:ext cx="5378451" cy="5040312"/>
          </a:xfrm>
        </p:spPr>
        <p:txBody>
          <a:bodyPr/>
          <a:lstStyle>
            <a:lvl1pPr>
              <a:spcBef>
                <a:spcPts val="1000"/>
              </a:spcBef>
              <a:defRPr b="0" i="0">
                <a:latin typeface="等线" panose="02010600030101010101" pitchFamily="2" charset="-122"/>
                <a:ea typeface="等线" panose="02010600030101010101" pitchFamily="2" charset="-122"/>
              </a:defRPr>
            </a:lvl1pPr>
            <a:lvl2pPr>
              <a:defRPr b="0" i="0">
                <a:latin typeface="等线" panose="02010600030101010101" pitchFamily="2" charset="-122"/>
                <a:ea typeface="等线" panose="02010600030101010101" pitchFamily="2" charset="-122"/>
              </a:defRPr>
            </a:lvl2pPr>
            <a:lvl3pPr>
              <a:defRPr b="0" i="0">
                <a:latin typeface="等线" panose="02010600030101010101" pitchFamily="2" charset="-122"/>
                <a:ea typeface="等线" panose="02010600030101010101" pitchFamily="2" charset="-122"/>
              </a:defRPr>
            </a:lvl3pPr>
            <a:lvl4pPr>
              <a:defRPr b="0" i="0">
                <a:latin typeface="等线" panose="02010600030101010101" pitchFamily="2" charset="-122"/>
                <a:ea typeface="等线" panose="02010600030101010101" pitchFamily="2" charset="-122"/>
              </a:defRPr>
            </a:lvl4pPr>
            <a:lvl5pPr>
              <a:defRPr b="0" i="0">
                <a:latin typeface="等线" panose="02010600030101010101" pitchFamily="2" charset="-122"/>
                <a:ea typeface="等线" panose="02010600030101010101" pitchFamily="2" charset="-122"/>
              </a:defRPr>
            </a:lvl5pPr>
          </a:lstStyle>
          <a:p>
            <a:pPr lvl="0"/>
            <a:r>
              <a:rPr lang="zh-CN" altLang="en-US" noProof="0" dirty="0"/>
              <a:t>单击此处编辑母版文本样式</a:t>
            </a:r>
            <a:endParaRPr lang="zh-CN" altLang="en-US" noProof="0" dirty="0"/>
          </a:p>
          <a:p>
            <a:pPr lvl="1"/>
            <a:r>
              <a:rPr lang="zh-CN" altLang="en-US" noProof="0" dirty="0"/>
              <a:t>第二级</a:t>
            </a:r>
            <a:endParaRPr lang="zh-CN" altLang="en-US" noProof="0" dirty="0"/>
          </a:p>
          <a:p>
            <a:pPr lvl="2"/>
            <a:r>
              <a:rPr lang="zh-CN" altLang="en-US" noProof="0" dirty="0"/>
              <a:t>第三级</a:t>
            </a:r>
            <a:endParaRPr lang="zh-CN" altLang="en-US" noProof="0" dirty="0"/>
          </a:p>
          <a:p>
            <a:pPr lvl="3"/>
            <a:r>
              <a:rPr lang="zh-CN" altLang="en-US" noProof="0" dirty="0"/>
              <a:t>第四级</a:t>
            </a:r>
            <a:endParaRPr lang="zh-CN" altLang="en-US" noProof="0" dirty="0"/>
          </a:p>
          <a:p>
            <a:pPr lvl="4"/>
            <a:r>
              <a:rPr lang="zh-CN" altLang="en-US" noProof="0" dirty="0"/>
              <a:t>第五级</a:t>
            </a:r>
            <a:endParaRPr lang="en-US" noProof="0" dirty="0"/>
          </a:p>
        </p:txBody>
      </p:sp>
      <p:sp>
        <p:nvSpPr>
          <p:cNvPr id="39" name="Content Placeholder 2"/>
          <p:cNvSpPr>
            <a:spLocks noGrp="1"/>
          </p:cNvSpPr>
          <p:nvPr>
            <p:ph idx="14"/>
          </p:nvPr>
        </p:nvSpPr>
        <p:spPr>
          <a:xfrm>
            <a:off x="6335183" y="1268413"/>
            <a:ext cx="5378451" cy="5040312"/>
          </a:xfrm>
        </p:spPr>
        <p:txBody>
          <a:bodyPr/>
          <a:lstStyle>
            <a:lvl1pPr>
              <a:spcBef>
                <a:spcPts val="1000"/>
              </a:spcBef>
              <a:defRPr b="0" i="0">
                <a:latin typeface="等线" panose="02010600030101010101" pitchFamily="2" charset="-122"/>
                <a:ea typeface="等线" panose="02010600030101010101" pitchFamily="2" charset="-122"/>
              </a:defRPr>
            </a:lvl1pPr>
            <a:lvl2pPr>
              <a:defRPr b="0" i="0">
                <a:latin typeface="等线" panose="02010600030101010101" pitchFamily="2" charset="-122"/>
                <a:ea typeface="等线" panose="02010600030101010101" pitchFamily="2" charset="-122"/>
              </a:defRPr>
            </a:lvl2pPr>
            <a:lvl3pPr>
              <a:defRPr b="0" i="0">
                <a:latin typeface="等线" panose="02010600030101010101" pitchFamily="2" charset="-122"/>
                <a:ea typeface="等线" panose="02010600030101010101" pitchFamily="2" charset="-122"/>
              </a:defRPr>
            </a:lvl3pPr>
            <a:lvl4pPr>
              <a:defRPr b="0" i="0">
                <a:latin typeface="等线" panose="02010600030101010101" pitchFamily="2" charset="-122"/>
                <a:ea typeface="等线" panose="02010600030101010101" pitchFamily="2" charset="-122"/>
              </a:defRPr>
            </a:lvl4pPr>
            <a:lvl5pPr>
              <a:defRPr b="0" i="0">
                <a:latin typeface="等线" panose="02010600030101010101" pitchFamily="2" charset="-122"/>
                <a:ea typeface="等线" panose="02010600030101010101" pitchFamily="2" charset="-122"/>
              </a:defRPr>
            </a:lvl5pPr>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en-US" noProof="0" dirty="0"/>
          </a:p>
        </p:txBody>
      </p:sp>
      <p:grpSp>
        <p:nvGrpSpPr>
          <p:cNvPr id="26" name="组合 25"/>
          <p:cNvGrpSpPr>
            <a:grpSpLocks noChangeAspect="1"/>
          </p:cNvGrpSpPr>
          <p:nvPr userDrawn="1"/>
        </p:nvGrpSpPr>
        <p:grpSpPr>
          <a:xfrm>
            <a:off x="10889097" y="451528"/>
            <a:ext cx="971869" cy="537470"/>
            <a:chOff x="10728252" y="116959"/>
            <a:chExt cx="1293558" cy="715373"/>
          </a:xfrm>
          <a:solidFill>
            <a:srgbClr val="005BAD"/>
          </a:solidFill>
        </p:grpSpPr>
        <p:sp>
          <p:nvSpPr>
            <p:cNvPr id="28" name="ïSļíḋe"/>
            <p:cNvSpPr/>
            <p:nvPr userDrawn="1"/>
          </p:nvSpPr>
          <p:spPr bwMode="auto">
            <a:xfrm>
              <a:off x="10844646" y="498022"/>
              <a:ext cx="156074" cy="25047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29" name="îSḷîḓé"/>
            <p:cNvSpPr/>
            <p:nvPr userDrawn="1"/>
          </p:nvSpPr>
          <p:spPr bwMode="auto">
            <a:xfrm>
              <a:off x="10963687" y="498022"/>
              <a:ext cx="166655" cy="25047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30" name="işļïḑê"/>
            <p:cNvSpPr/>
            <p:nvPr userDrawn="1"/>
          </p:nvSpPr>
          <p:spPr bwMode="auto">
            <a:xfrm>
              <a:off x="10937233" y="650019"/>
              <a:ext cx="66134" cy="3211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31" name="iṣḷiḑè"/>
            <p:cNvSpPr/>
            <p:nvPr userDrawn="1"/>
          </p:nvSpPr>
          <p:spPr bwMode="auto">
            <a:xfrm>
              <a:off x="11088015" y="498022"/>
              <a:ext cx="158719" cy="25047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32" name="ïṣľídè"/>
            <p:cNvSpPr/>
            <p:nvPr userDrawn="1"/>
          </p:nvSpPr>
          <p:spPr bwMode="auto">
            <a:xfrm>
              <a:off x="11207055" y="498022"/>
              <a:ext cx="156074" cy="25047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rgbClr val="000000"/>
                </a:solidFill>
                <a:effectLst/>
                <a:uLnTx/>
                <a:uFillTx/>
                <a:latin typeface="Century Gothic" panose="020B0502020202020204"/>
                <a:ea typeface="微软雅黑" panose="020B0503020204020204" charset="-122"/>
              </a:endParaRPr>
            </a:p>
          </p:txBody>
        </p:sp>
        <p:sp>
          <p:nvSpPr>
            <p:cNvPr id="33" name="íSļîḓé"/>
            <p:cNvSpPr/>
            <p:nvPr userDrawn="1"/>
          </p:nvSpPr>
          <p:spPr bwMode="auto">
            <a:xfrm>
              <a:off x="11170020" y="714243"/>
              <a:ext cx="66134" cy="3425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34" name="iṩ1ídè"/>
            <p:cNvSpPr/>
            <p:nvPr userDrawn="1"/>
          </p:nvSpPr>
          <p:spPr bwMode="auto">
            <a:xfrm>
              <a:off x="10728252" y="116959"/>
              <a:ext cx="1293558" cy="700044"/>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35" name="ïşľíḑé"/>
            <p:cNvSpPr/>
            <p:nvPr userDrawn="1"/>
          </p:nvSpPr>
          <p:spPr bwMode="auto">
            <a:xfrm>
              <a:off x="11561527" y="472332"/>
              <a:ext cx="185172" cy="360000"/>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grpSp>
      <p:cxnSp>
        <p:nvCxnSpPr>
          <p:cNvPr id="36" name="直接连接符 23"/>
          <p:cNvCxnSpPr>
            <a:endCxn id="34" idx="0"/>
          </p:cNvCxnSpPr>
          <p:nvPr userDrawn="1"/>
        </p:nvCxnSpPr>
        <p:spPr>
          <a:xfrm>
            <a:off x="0" y="966439"/>
            <a:ext cx="10889097" cy="11042"/>
          </a:xfrm>
          <a:prstGeom prst="line">
            <a:avLst/>
          </a:prstGeom>
          <a:noFill/>
          <a:ln w="6350" cap="flat" cmpd="sng" algn="ctr">
            <a:solidFill>
              <a:srgbClr val="005BAD"/>
            </a:solidFill>
            <a:prstDash val="solid"/>
            <a:miter lim="800000"/>
          </a:ln>
          <a:effectLst/>
        </p:spPr>
      </p:cxnSp>
      <p:sp>
        <p:nvSpPr>
          <p:cNvPr id="43" name="矩形 42"/>
          <p:cNvSpPr/>
          <p:nvPr userDrawn="1"/>
        </p:nvSpPr>
        <p:spPr>
          <a:xfrm>
            <a:off x="383647"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44" name="矩形 43"/>
          <p:cNvSpPr/>
          <p:nvPr userDrawn="1"/>
        </p:nvSpPr>
        <p:spPr>
          <a:xfrm>
            <a:off x="191344"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46" name="日期占位符 135"/>
          <p:cNvSpPr txBox="1"/>
          <p:nvPr userDrawn="1"/>
        </p:nvSpPr>
        <p:spPr>
          <a:xfrm>
            <a:off x="8817580" y="6500767"/>
            <a:ext cx="2883976" cy="267573"/>
          </a:xfrm>
          <a:prstGeom prst="rect">
            <a:avLst/>
          </a:prstGeom>
        </p:spPr>
        <p:txBody>
          <a:bodyPr anchor="ctr"/>
          <a:lstStyle>
            <a:defPPr>
              <a:defRPr lang="zh-CN"/>
            </a:defPPr>
            <a:lvl1pPr marL="0" algn="r"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dirty="0">
                <a:solidFill>
                  <a:srgbClr val="768395"/>
                </a:solidFill>
                <a:latin typeface="Century Gothic" panose="020B0502020202020204"/>
                <a:ea typeface="微软雅黑" panose="020B0503020204020204" charset="-122"/>
              </a:rPr>
              <a:t>华中科技大学电子信息与通信学院</a:t>
            </a:r>
            <a:endParaRPr lang="zh-CN" altLang="en-US" dirty="0">
              <a:solidFill>
                <a:srgbClr val="768395"/>
              </a:solidFill>
              <a:latin typeface="Century Gothic" panose="020B0502020202020204"/>
              <a:ea typeface="微软雅黑" panose="020B0503020204020204" charset="-122"/>
            </a:endParaRPr>
          </a:p>
        </p:txBody>
      </p:sp>
      <p:sp>
        <p:nvSpPr>
          <p:cNvPr id="47" name="页脚占位符 136"/>
          <p:cNvSpPr txBox="1"/>
          <p:nvPr userDrawn="1"/>
        </p:nvSpPr>
        <p:spPr>
          <a:xfrm>
            <a:off x="494122" y="6497233"/>
            <a:ext cx="2880000" cy="273685"/>
          </a:xfrm>
          <a:prstGeom prst="rect">
            <a:avLst/>
          </a:prstGeom>
        </p:spPr>
        <p:txBody>
          <a:bodyPr vert="horz" lIns="91440" tIns="45720" rIns="91440" bIns="45720" rtlCol="0" anchor="ctr"/>
          <a:lstStyle>
            <a:defPPr>
              <a:defRPr lang="zh-CN"/>
            </a:defPPr>
            <a:lvl1pPr marL="0" algn="dist"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a:solidFill>
                  <a:srgbClr val="768395"/>
                </a:solidFill>
                <a:latin typeface="Century Gothic" panose="020B0502020202020204"/>
                <a:ea typeface="微软雅黑" panose="020B0503020204020204" charset="-122"/>
              </a:rPr>
              <a:t>明德厚学 求是创新</a:t>
            </a:r>
            <a:endParaRPr lang="zh-CN" altLang="en-US" dirty="0">
              <a:solidFill>
                <a:srgbClr val="768395"/>
              </a:solidFill>
              <a:latin typeface="Century Gothic" panose="020B0502020202020204"/>
              <a:ea typeface="微软雅黑" panose="020B0503020204020204" charset="-122"/>
            </a:endParaRPr>
          </a:p>
        </p:txBody>
      </p:sp>
      <p:sp>
        <p:nvSpPr>
          <p:cNvPr id="48" name="Slide Number Placeholder 5"/>
          <p:cNvSpPr txBox="1"/>
          <p:nvPr userDrawn="1"/>
        </p:nvSpPr>
        <p:spPr>
          <a:xfrm>
            <a:off x="6063642" y="6568610"/>
            <a:ext cx="480484" cy="125413"/>
          </a:xfrm>
          <a:prstGeom prst="rect">
            <a:avLst/>
          </a:prstGeom>
        </p:spPr>
        <p:txBody>
          <a:bodyPr vert="horz" lIns="0" tIns="0" rIns="0" bIns="0" rtlCol="0" anchor="b" anchorCtr="0">
            <a:noAutofit/>
          </a:bodyPr>
          <a:lstStyle>
            <a:defPPr>
              <a:defRPr lang="en-US"/>
            </a:defPPr>
            <a:lvl1pPr marL="0" algn="l" defTabSz="914400" rtl="0" eaLnBrk="1" fontAlgn="auto" latinLnBrk="0" hangingPunct="1">
              <a:spcBef>
                <a:spcPts val="0"/>
              </a:spcBef>
              <a:spcAft>
                <a:spcPts val="0"/>
              </a:spcAft>
              <a:defRPr sz="1000" b="1" kern="1200" smtClean="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3DA0BB7-265A-403C-9275-D587AB510EDC}" type="slidenum">
              <a:rPr lang="zh-TW" altLang="en-US" smtClean="0">
                <a:solidFill>
                  <a:schemeClr val="tx1">
                    <a:lumMod val="50000"/>
                    <a:lumOff val="50000"/>
                  </a:schemeClr>
                </a:solidFill>
              </a:rPr>
            </a:fld>
            <a:endParaRPr lang="zh-TW" altLang="en-US">
              <a:solidFill>
                <a:schemeClr val="tx1">
                  <a:lumMod val="50000"/>
                  <a:lumOff val="50000"/>
                </a:scheme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双标题">
    <p:spTree>
      <p:nvGrpSpPr>
        <p:cNvPr id="1" name=""/>
        <p:cNvGrpSpPr/>
        <p:nvPr/>
      </p:nvGrpSpPr>
      <p:grpSpPr>
        <a:xfrm>
          <a:off x="0" y="0"/>
          <a:ext cx="0" cy="0"/>
          <a:chOff x="0" y="0"/>
          <a:chExt cx="0" cy="0"/>
        </a:xfrm>
      </p:grpSpPr>
      <p:sp>
        <p:nvSpPr>
          <p:cNvPr id="2" name="标题 1"/>
          <p:cNvSpPr>
            <a:spLocks noGrp="1"/>
          </p:cNvSpPr>
          <p:nvPr>
            <p:ph type="title"/>
          </p:nvPr>
        </p:nvSpPr>
        <p:spPr>
          <a:xfrm>
            <a:off x="478369" y="395289"/>
            <a:ext cx="5401732" cy="430887"/>
          </a:xfrm>
        </p:spPr>
        <p:txBody>
          <a:bodyPr/>
          <a:lstStyle>
            <a:lvl1pPr algn="ctr">
              <a:defRPr sz="2800" b="1" i="0">
                <a:latin typeface="等线" panose="02010600030101010101" pitchFamily="2" charset="-122"/>
                <a:ea typeface="等线" panose="02010600030101010101" pitchFamily="2" charset="-122"/>
              </a:defRPr>
            </a:lvl1pPr>
          </a:lstStyle>
          <a:p>
            <a:r>
              <a:rPr kumimoji="1" lang="zh-CN" altLang="en-US" dirty="0"/>
              <a:t>单击此处编辑母版标题样式</a:t>
            </a:r>
            <a:endParaRPr kumimoji="1" lang="zh-CN" altLang="en-US" dirty="0"/>
          </a:p>
        </p:txBody>
      </p:sp>
      <p:sp>
        <p:nvSpPr>
          <p:cNvPr id="7" name="内容占位符 6"/>
          <p:cNvSpPr>
            <a:spLocks noGrp="1"/>
          </p:cNvSpPr>
          <p:nvPr>
            <p:ph sz="quarter" idx="11"/>
          </p:nvPr>
        </p:nvSpPr>
        <p:spPr>
          <a:xfrm>
            <a:off x="477838" y="1268413"/>
            <a:ext cx="5402262" cy="5040312"/>
          </a:xfrm>
        </p:spPr>
        <p:txBody>
          <a:bodyPr/>
          <a:lstStyle>
            <a:lvl1pPr>
              <a:defRPr b="0" i="0">
                <a:latin typeface="等线" panose="02010600030101010101" pitchFamily="2" charset="-122"/>
                <a:ea typeface="等线" panose="02010600030101010101" pitchFamily="2" charset="-122"/>
              </a:defRPr>
            </a:lvl1pPr>
            <a:lvl2pPr>
              <a:defRPr b="0" i="0">
                <a:latin typeface="等线" panose="02010600030101010101" pitchFamily="2" charset="-122"/>
                <a:ea typeface="等线" panose="02010600030101010101" pitchFamily="2" charset="-122"/>
              </a:defRPr>
            </a:lvl2pPr>
            <a:lvl3pPr>
              <a:defRPr b="0" i="0">
                <a:latin typeface="等线" panose="02010600030101010101" pitchFamily="2" charset="-122"/>
                <a:ea typeface="等线" panose="02010600030101010101" pitchFamily="2" charset="-122"/>
              </a:defRPr>
            </a:lvl3pPr>
            <a:lvl4pPr>
              <a:defRPr b="0" i="0">
                <a:latin typeface="等线" panose="02010600030101010101" pitchFamily="2" charset="-122"/>
                <a:ea typeface="等线" panose="02010600030101010101" pitchFamily="2" charset="-122"/>
              </a:defRPr>
            </a:lvl4pPr>
            <a:lvl5pPr>
              <a:defRPr b="0" i="0">
                <a:latin typeface="等线" panose="02010600030101010101" pitchFamily="2" charset="-122"/>
                <a:ea typeface="等线" panose="02010600030101010101" pitchFamily="2" charset="-122"/>
              </a:defRPr>
            </a:lvl5pPr>
          </a:lstStyle>
          <a:p>
            <a:pPr lvl="0"/>
            <a:r>
              <a:rPr kumimoji="1" lang="zh-CN" altLang="en-US" dirty="0"/>
              <a:t>单击此处编辑母版文本样式</a:t>
            </a:r>
            <a:endParaRPr kumimoji="1" lang="zh-CN" altLang="en-US" dirty="0"/>
          </a:p>
          <a:p>
            <a:pPr lvl="1"/>
            <a:r>
              <a:rPr kumimoji="1" lang="zh-CN" altLang="en-US" dirty="0"/>
              <a:t>二级</a:t>
            </a:r>
            <a:endParaRPr kumimoji="1" lang="zh-CN" altLang="en-US" dirty="0"/>
          </a:p>
          <a:p>
            <a:pPr lvl="2"/>
            <a:r>
              <a:rPr kumimoji="1" lang="zh-CN" altLang="en-US" dirty="0"/>
              <a:t>三级</a:t>
            </a:r>
            <a:endParaRPr kumimoji="1" lang="zh-CN" altLang="en-US" dirty="0"/>
          </a:p>
          <a:p>
            <a:pPr lvl="3"/>
            <a:r>
              <a:rPr kumimoji="1" lang="zh-CN" altLang="en-US" dirty="0"/>
              <a:t>四级</a:t>
            </a:r>
            <a:endParaRPr kumimoji="1" lang="zh-CN" altLang="en-US" dirty="0"/>
          </a:p>
          <a:p>
            <a:pPr lvl="4"/>
            <a:r>
              <a:rPr kumimoji="1" lang="zh-CN" altLang="en-US" dirty="0"/>
              <a:t>五级</a:t>
            </a:r>
            <a:r>
              <a:rPr kumimoji="1" lang="en-US" altLang="zh-CN" dirty="0"/>
              <a:t>z</a:t>
            </a:r>
            <a:endParaRPr kumimoji="1" lang="zh-CN" altLang="en-US" dirty="0"/>
          </a:p>
        </p:txBody>
      </p:sp>
      <p:sp>
        <p:nvSpPr>
          <p:cNvPr id="9" name="内容占位符 8"/>
          <p:cNvSpPr>
            <a:spLocks noGrp="1"/>
          </p:cNvSpPr>
          <p:nvPr>
            <p:ph sz="quarter" idx="12"/>
          </p:nvPr>
        </p:nvSpPr>
        <p:spPr>
          <a:xfrm>
            <a:off x="6307139" y="1268413"/>
            <a:ext cx="5402261" cy="5040312"/>
          </a:xfrm>
        </p:spPr>
        <p:txBody>
          <a:bodyPr/>
          <a:lstStyle>
            <a:lvl1pPr>
              <a:defRPr b="0" i="0">
                <a:latin typeface="等线" panose="02010600030101010101" pitchFamily="2" charset="-122"/>
                <a:ea typeface="等线" panose="02010600030101010101" pitchFamily="2" charset="-122"/>
              </a:defRPr>
            </a:lvl1pPr>
            <a:lvl2pPr>
              <a:defRPr b="0" i="0">
                <a:latin typeface="等线" panose="02010600030101010101" pitchFamily="2" charset="-122"/>
                <a:ea typeface="等线" panose="02010600030101010101" pitchFamily="2" charset="-122"/>
              </a:defRPr>
            </a:lvl2pPr>
            <a:lvl3pPr>
              <a:defRPr b="0" i="0">
                <a:latin typeface="等线" panose="02010600030101010101" pitchFamily="2" charset="-122"/>
                <a:ea typeface="等线" panose="02010600030101010101" pitchFamily="2" charset="-122"/>
              </a:defRPr>
            </a:lvl3pPr>
            <a:lvl4pPr>
              <a:defRPr b="0" i="0">
                <a:latin typeface="等线" panose="02010600030101010101" pitchFamily="2" charset="-122"/>
                <a:ea typeface="等线" panose="02010600030101010101" pitchFamily="2" charset="-122"/>
              </a:defRPr>
            </a:lvl4pPr>
            <a:lvl5pPr>
              <a:defRPr b="0" i="0">
                <a:latin typeface="等线" panose="02010600030101010101" pitchFamily="2" charset="-122"/>
                <a:ea typeface="等线" panose="02010600030101010101" pitchFamily="2" charset="-122"/>
              </a:defRPr>
            </a:lvl5p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13" name="文本占位符 12"/>
          <p:cNvSpPr>
            <a:spLocks noGrp="1"/>
          </p:cNvSpPr>
          <p:nvPr>
            <p:ph type="body" sz="quarter" idx="13"/>
          </p:nvPr>
        </p:nvSpPr>
        <p:spPr>
          <a:xfrm>
            <a:off x="6311900" y="395288"/>
            <a:ext cx="4608513" cy="430212"/>
          </a:xfrm>
        </p:spPr>
        <p:txBody>
          <a:bodyPr/>
          <a:lstStyle>
            <a:lvl1pPr algn="ctr">
              <a:defRPr sz="2800" b="1" i="0">
                <a:latin typeface="等线" panose="02010600030101010101" pitchFamily="2" charset="-122"/>
                <a:ea typeface="等线" panose="02010600030101010101" pitchFamily="2" charset="-122"/>
              </a:defRPr>
            </a:lvl1pPr>
          </a:lstStyle>
          <a:p>
            <a:pPr lvl="0"/>
            <a:r>
              <a:rPr kumimoji="1" lang="zh-CN" altLang="en-US" dirty="0"/>
              <a:t>单击此处编辑母版文本样式</a:t>
            </a:r>
            <a:endParaRPr kumimoji="1" lang="zh-CN" altLang="en-US" dirty="0"/>
          </a:p>
        </p:txBody>
      </p:sp>
      <p:grpSp>
        <p:nvGrpSpPr>
          <p:cNvPr id="14" name="组合 13"/>
          <p:cNvGrpSpPr>
            <a:grpSpLocks noChangeAspect="1"/>
          </p:cNvGrpSpPr>
          <p:nvPr userDrawn="1"/>
        </p:nvGrpSpPr>
        <p:grpSpPr>
          <a:xfrm>
            <a:off x="10889097" y="451528"/>
            <a:ext cx="971869" cy="537470"/>
            <a:chOff x="10728252" y="116959"/>
            <a:chExt cx="1293558" cy="715373"/>
          </a:xfrm>
          <a:solidFill>
            <a:srgbClr val="005BAD"/>
          </a:solidFill>
        </p:grpSpPr>
        <p:sp>
          <p:nvSpPr>
            <p:cNvPr id="15" name="ïSļíḋe"/>
            <p:cNvSpPr/>
            <p:nvPr userDrawn="1"/>
          </p:nvSpPr>
          <p:spPr bwMode="auto">
            <a:xfrm>
              <a:off x="10844646" y="498022"/>
              <a:ext cx="156074" cy="25047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16" name="îSḷîḓé"/>
            <p:cNvSpPr/>
            <p:nvPr userDrawn="1"/>
          </p:nvSpPr>
          <p:spPr bwMode="auto">
            <a:xfrm>
              <a:off x="10963687" y="498022"/>
              <a:ext cx="166655" cy="25047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17" name="işļïḑê"/>
            <p:cNvSpPr/>
            <p:nvPr userDrawn="1"/>
          </p:nvSpPr>
          <p:spPr bwMode="auto">
            <a:xfrm>
              <a:off x="10937233" y="650019"/>
              <a:ext cx="66134" cy="3211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18" name="iṣḷiḑè"/>
            <p:cNvSpPr/>
            <p:nvPr userDrawn="1"/>
          </p:nvSpPr>
          <p:spPr bwMode="auto">
            <a:xfrm>
              <a:off x="11088015" y="498022"/>
              <a:ext cx="158719" cy="25047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19" name="ïṣľídè"/>
            <p:cNvSpPr/>
            <p:nvPr userDrawn="1"/>
          </p:nvSpPr>
          <p:spPr bwMode="auto">
            <a:xfrm>
              <a:off x="11207055" y="498022"/>
              <a:ext cx="156074" cy="25047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rgbClr val="000000"/>
                </a:solidFill>
                <a:effectLst/>
                <a:uLnTx/>
                <a:uFillTx/>
                <a:latin typeface="Century Gothic" panose="020B0502020202020204"/>
                <a:ea typeface="微软雅黑" panose="020B0503020204020204" charset="-122"/>
              </a:endParaRPr>
            </a:p>
          </p:txBody>
        </p:sp>
        <p:sp>
          <p:nvSpPr>
            <p:cNvPr id="20" name="íSļîḓé"/>
            <p:cNvSpPr/>
            <p:nvPr userDrawn="1"/>
          </p:nvSpPr>
          <p:spPr bwMode="auto">
            <a:xfrm>
              <a:off x="11170020" y="714243"/>
              <a:ext cx="66134" cy="3425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21" name="iṩ1ídè"/>
            <p:cNvSpPr/>
            <p:nvPr userDrawn="1"/>
          </p:nvSpPr>
          <p:spPr bwMode="auto">
            <a:xfrm>
              <a:off x="10728252" y="116959"/>
              <a:ext cx="1293558" cy="700044"/>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22" name="ïşľíḑé"/>
            <p:cNvSpPr/>
            <p:nvPr userDrawn="1"/>
          </p:nvSpPr>
          <p:spPr bwMode="auto">
            <a:xfrm>
              <a:off x="11561527" y="472332"/>
              <a:ext cx="185172" cy="360000"/>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grpSp>
      <p:cxnSp>
        <p:nvCxnSpPr>
          <p:cNvPr id="23" name="直接连接符 23"/>
          <p:cNvCxnSpPr>
            <a:endCxn id="21" idx="0"/>
          </p:cNvCxnSpPr>
          <p:nvPr userDrawn="1"/>
        </p:nvCxnSpPr>
        <p:spPr>
          <a:xfrm>
            <a:off x="0" y="966439"/>
            <a:ext cx="10889097" cy="11042"/>
          </a:xfrm>
          <a:prstGeom prst="line">
            <a:avLst/>
          </a:prstGeom>
          <a:noFill/>
          <a:ln w="6350" cap="flat" cmpd="sng" algn="ctr">
            <a:solidFill>
              <a:srgbClr val="005BAD"/>
            </a:solidFill>
            <a:prstDash val="solid"/>
            <a:miter lim="800000"/>
          </a:ln>
          <a:effectLst/>
        </p:spPr>
      </p:cxnSp>
      <p:sp>
        <p:nvSpPr>
          <p:cNvPr id="28" name="矩形 27"/>
          <p:cNvSpPr/>
          <p:nvPr userDrawn="1"/>
        </p:nvSpPr>
        <p:spPr>
          <a:xfrm>
            <a:off x="383647"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29" name="矩形 28"/>
          <p:cNvSpPr/>
          <p:nvPr userDrawn="1"/>
        </p:nvSpPr>
        <p:spPr>
          <a:xfrm>
            <a:off x="191344"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31" name="日期占位符 135"/>
          <p:cNvSpPr txBox="1"/>
          <p:nvPr userDrawn="1"/>
        </p:nvSpPr>
        <p:spPr>
          <a:xfrm>
            <a:off x="8817580" y="6500767"/>
            <a:ext cx="2883976" cy="267573"/>
          </a:xfrm>
          <a:prstGeom prst="rect">
            <a:avLst/>
          </a:prstGeom>
        </p:spPr>
        <p:txBody>
          <a:bodyPr anchor="ctr"/>
          <a:lstStyle>
            <a:defPPr>
              <a:defRPr lang="zh-CN"/>
            </a:defPPr>
            <a:lvl1pPr marL="0" algn="r"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dirty="0">
                <a:solidFill>
                  <a:srgbClr val="768395"/>
                </a:solidFill>
                <a:latin typeface="Century Gothic" panose="020B0502020202020204"/>
                <a:ea typeface="微软雅黑" panose="020B0503020204020204" charset="-122"/>
              </a:rPr>
              <a:t>华中科技大学电子信息与通信学院</a:t>
            </a:r>
            <a:endParaRPr lang="zh-CN" altLang="en-US" dirty="0">
              <a:solidFill>
                <a:srgbClr val="768395"/>
              </a:solidFill>
              <a:latin typeface="Century Gothic" panose="020B0502020202020204"/>
              <a:ea typeface="微软雅黑" panose="020B0503020204020204" charset="-122"/>
            </a:endParaRPr>
          </a:p>
        </p:txBody>
      </p:sp>
      <p:sp>
        <p:nvSpPr>
          <p:cNvPr id="32" name="页脚占位符 136"/>
          <p:cNvSpPr txBox="1"/>
          <p:nvPr userDrawn="1"/>
        </p:nvSpPr>
        <p:spPr>
          <a:xfrm>
            <a:off x="494122" y="6497233"/>
            <a:ext cx="2880000" cy="273685"/>
          </a:xfrm>
          <a:prstGeom prst="rect">
            <a:avLst/>
          </a:prstGeom>
        </p:spPr>
        <p:txBody>
          <a:bodyPr vert="horz" lIns="91440" tIns="45720" rIns="91440" bIns="45720" rtlCol="0" anchor="ctr"/>
          <a:lstStyle>
            <a:defPPr>
              <a:defRPr lang="zh-CN"/>
            </a:defPPr>
            <a:lvl1pPr marL="0" algn="dist"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rgbClr val="768395"/>
                </a:solidFill>
                <a:latin typeface="Century Gothic" panose="020B0502020202020204"/>
                <a:ea typeface="微软雅黑" panose="020B0503020204020204" charset="-122"/>
              </a:rPr>
              <a:t>明德厚学 求是创新</a:t>
            </a:r>
            <a:endParaRPr lang="zh-CN" altLang="en-US" dirty="0">
              <a:solidFill>
                <a:srgbClr val="768395"/>
              </a:solidFill>
              <a:latin typeface="Century Gothic" panose="020B0502020202020204"/>
              <a:ea typeface="微软雅黑" panose="020B0503020204020204" charset="-122"/>
            </a:endParaRPr>
          </a:p>
        </p:txBody>
      </p:sp>
      <p:sp>
        <p:nvSpPr>
          <p:cNvPr id="33" name="Slide Number Placeholder 5"/>
          <p:cNvSpPr txBox="1"/>
          <p:nvPr userDrawn="1"/>
        </p:nvSpPr>
        <p:spPr>
          <a:xfrm>
            <a:off x="6063642" y="6568610"/>
            <a:ext cx="480484" cy="125413"/>
          </a:xfrm>
          <a:prstGeom prst="rect">
            <a:avLst/>
          </a:prstGeom>
        </p:spPr>
        <p:txBody>
          <a:bodyPr vert="horz" lIns="0" tIns="0" rIns="0" bIns="0" rtlCol="0" anchor="b" anchorCtr="0">
            <a:noAutofit/>
          </a:bodyPr>
          <a:lstStyle>
            <a:defPPr>
              <a:defRPr lang="en-US"/>
            </a:defPPr>
            <a:lvl1pPr marL="0" algn="l" defTabSz="914400" rtl="0" eaLnBrk="1" fontAlgn="auto" latinLnBrk="0" hangingPunct="1">
              <a:spcBef>
                <a:spcPts val="0"/>
              </a:spcBef>
              <a:spcAft>
                <a:spcPts val="0"/>
              </a:spcAft>
              <a:defRPr sz="1000" b="1" kern="1200" smtClean="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3DA0BB7-265A-403C-9275-D587AB510EDC}" type="slidenum">
              <a:rPr lang="zh-TW" altLang="en-US" smtClean="0">
                <a:solidFill>
                  <a:schemeClr val="tx1">
                    <a:lumMod val="50000"/>
                    <a:lumOff val="50000"/>
                  </a:schemeClr>
                </a:solidFill>
              </a:rPr>
            </a:fld>
            <a:endParaRPr lang="zh-TW" altLang="en-US">
              <a:solidFill>
                <a:schemeClr val="tx1">
                  <a:lumMod val="50000"/>
                  <a:lumOff val="50000"/>
                </a:scheme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无标题空白页">
    <p:spTree>
      <p:nvGrpSpPr>
        <p:cNvPr id="1" name=""/>
        <p:cNvGrpSpPr/>
        <p:nvPr/>
      </p:nvGrpSpPr>
      <p:grpSpPr>
        <a:xfrm>
          <a:off x="0" y="0"/>
          <a:ext cx="0" cy="0"/>
          <a:chOff x="0" y="0"/>
          <a:chExt cx="0" cy="0"/>
        </a:xfrm>
      </p:grpSpPr>
      <p:sp>
        <p:nvSpPr>
          <p:cNvPr id="5" name="日期占位符 135"/>
          <p:cNvSpPr txBox="1"/>
          <p:nvPr userDrawn="1"/>
        </p:nvSpPr>
        <p:spPr>
          <a:xfrm>
            <a:off x="8817580" y="6500767"/>
            <a:ext cx="2883976" cy="267573"/>
          </a:xfrm>
          <a:prstGeom prst="rect">
            <a:avLst/>
          </a:prstGeom>
        </p:spPr>
        <p:txBody>
          <a:bodyPr anchor="ctr"/>
          <a:lstStyle>
            <a:defPPr>
              <a:defRPr lang="zh-CN"/>
            </a:defPPr>
            <a:lvl1pPr marL="0" algn="r"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dirty="0">
                <a:solidFill>
                  <a:srgbClr val="768395"/>
                </a:solidFill>
                <a:latin typeface="Century Gothic" panose="020B0502020202020204"/>
                <a:ea typeface="微软雅黑" panose="020B0503020204020204" charset="-122"/>
              </a:rPr>
              <a:t>华中科技大学电子信息与通信学院</a:t>
            </a:r>
            <a:endParaRPr lang="zh-CN" altLang="en-US" dirty="0">
              <a:solidFill>
                <a:srgbClr val="768395"/>
              </a:solidFill>
              <a:latin typeface="Century Gothic" panose="020B0502020202020204"/>
              <a:ea typeface="微软雅黑" panose="020B0503020204020204" charset="-122"/>
            </a:endParaRPr>
          </a:p>
        </p:txBody>
      </p:sp>
      <p:sp>
        <p:nvSpPr>
          <p:cNvPr id="6" name="页脚占位符 136"/>
          <p:cNvSpPr txBox="1"/>
          <p:nvPr userDrawn="1"/>
        </p:nvSpPr>
        <p:spPr>
          <a:xfrm>
            <a:off x="494122" y="6497233"/>
            <a:ext cx="2880000" cy="273685"/>
          </a:xfrm>
          <a:prstGeom prst="rect">
            <a:avLst/>
          </a:prstGeom>
        </p:spPr>
        <p:txBody>
          <a:bodyPr vert="horz" lIns="91440" tIns="45720" rIns="91440" bIns="45720" rtlCol="0" anchor="ctr"/>
          <a:lstStyle>
            <a:defPPr>
              <a:defRPr lang="zh-CN"/>
            </a:defPPr>
            <a:lvl1pPr marL="0" algn="dist"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rgbClr val="768395"/>
                </a:solidFill>
                <a:latin typeface="Century Gothic" panose="020B0502020202020204"/>
                <a:ea typeface="微软雅黑" panose="020B0503020204020204" charset="-122"/>
              </a:rPr>
              <a:t>明德厚学 求是创新</a:t>
            </a:r>
            <a:endParaRPr lang="zh-CN" altLang="en-US" dirty="0">
              <a:solidFill>
                <a:srgbClr val="768395"/>
              </a:solidFill>
              <a:latin typeface="Century Gothic" panose="020B0502020202020204"/>
              <a:ea typeface="微软雅黑" panose="020B0503020204020204" charset="-122"/>
            </a:endParaRPr>
          </a:p>
        </p:txBody>
      </p:sp>
      <p:sp>
        <p:nvSpPr>
          <p:cNvPr id="7" name="Slide Number Placeholder 5"/>
          <p:cNvSpPr txBox="1"/>
          <p:nvPr userDrawn="1"/>
        </p:nvSpPr>
        <p:spPr>
          <a:xfrm>
            <a:off x="6063642" y="6568610"/>
            <a:ext cx="480484" cy="125413"/>
          </a:xfrm>
          <a:prstGeom prst="rect">
            <a:avLst/>
          </a:prstGeom>
        </p:spPr>
        <p:txBody>
          <a:bodyPr vert="horz" lIns="0" tIns="0" rIns="0" bIns="0" rtlCol="0" anchor="b" anchorCtr="0">
            <a:noAutofit/>
          </a:bodyPr>
          <a:lstStyle>
            <a:defPPr>
              <a:defRPr lang="en-US"/>
            </a:defPPr>
            <a:lvl1pPr marL="0" algn="l" defTabSz="914400" rtl="0" eaLnBrk="1" fontAlgn="auto" latinLnBrk="0" hangingPunct="1">
              <a:spcBef>
                <a:spcPts val="0"/>
              </a:spcBef>
              <a:spcAft>
                <a:spcPts val="0"/>
              </a:spcAft>
              <a:defRPr sz="1000" b="1" kern="1200" smtClean="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3DA0BB7-265A-403C-9275-D587AB510EDC}" type="slidenum">
              <a:rPr lang="zh-TW" altLang="en-US" smtClean="0">
                <a:solidFill>
                  <a:schemeClr val="tx1">
                    <a:lumMod val="50000"/>
                    <a:lumOff val="50000"/>
                  </a:schemeClr>
                </a:solidFill>
              </a:rPr>
            </a:fld>
            <a:endParaRPr lang="zh-TW" altLang="en-US">
              <a:solidFill>
                <a:schemeClr val="tx1">
                  <a:lumMod val="50000"/>
                  <a:lumOff val="50000"/>
                </a:scheme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内页-无页码">
    <p:spTree>
      <p:nvGrpSpPr>
        <p:cNvPr id="1" name=""/>
        <p:cNvGrpSpPr/>
        <p:nvPr/>
      </p:nvGrpSpPr>
      <p:grpSpPr>
        <a:xfrm>
          <a:off x="0" y="0"/>
          <a:ext cx="0" cy="0"/>
          <a:chOff x="0" y="0"/>
          <a:chExt cx="0" cy="0"/>
        </a:xfrm>
      </p:grpSpPr>
      <p:cxnSp>
        <p:nvCxnSpPr>
          <p:cNvPr id="5" name="Straight Arrow Connector 4"/>
          <p:cNvCxnSpPr/>
          <p:nvPr/>
        </p:nvCxnSpPr>
        <p:spPr>
          <a:xfrm>
            <a:off x="-1145117" y="6303964"/>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a:off x="4720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11703051"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145117" y="12588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1145117" y="7635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58568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6335184"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13" name="TextBox 16"/>
          <p:cNvSpPr txBox="1">
            <a:spLocks noChangeArrowheads="1"/>
          </p:cNvSpPr>
          <p:nvPr/>
        </p:nvSpPr>
        <p:spPr bwMode="auto">
          <a:xfrm>
            <a:off x="-2423583" y="6581776"/>
            <a:ext cx="223943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900" dirty="0">
                <a:solidFill>
                  <a:srgbClr val="FFFFFF"/>
                </a:solidFill>
                <a:latin typeface="微软雅黑" panose="020B0503020204020204" charset="-122"/>
                <a:ea typeface="微软雅黑" panose="020B0503020204020204" charset="-122"/>
              </a:rPr>
              <a:t>White markers indicate position of  Drawing Guides</a:t>
            </a:r>
            <a:endParaRPr lang="en-US" sz="900" dirty="0">
              <a:solidFill>
                <a:srgbClr val="FFFFFF"/>
              </a:solidFill>
              <a:latin typeface="微软雅黑" panose="020B0503020204020204" charset="-122"/>
              <a:ea typeface="微软雅黑" panose="020B0503020204020204" charset="-122"/>
            </a:endParaRPr>
          </a:p>
        </p:txBody>
      </p:sp>
      <p:sp>
        <p:nvSpPr>
          <p:cNvPr id="14" name="TextBox 17"/>
          <p:cNvSpPr txBox="1">
            <a:spLocks noChangeArrowheads="1"/>
          </p:cNvSpPr>
          <p:nvPr/>
        </p:nvSpPr>
        <p:spPr bwMode="auto">
          <a:xfrm>
            <a:off x="-1255183" y="896938"/>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dirty="0">
                <a:solidFill>
                  <a:srgbClr val="FFFFFF"/>
                </a:solidFill>
                <a:latin typeface="微软雅黑" panose="020B0503020204020204" charset="-122"/>
                <a:ea typeface="微软雅黑" panose="020B0503020204020204" charset="-122"/>
              </a:rPr>
              <a:t>7.40 cm</a:t>
            </a:r>
            <a:endParaRPr lang="en-US" sz="700" dirty="0">
              <a:solidFill>
                <a:srgbClr val="FFFFFF"/>
              </a:solidFill>
              <a:latin typeface="微软雅黑" panose="020B0503020204020204" charset="-122"/>
              <a:ea typeface="微软雅黑" panose="020B0503020204020204" charset="-122"/>
            </a:endParaRPr>
          </a:p>
          <a:p>
            <a:pPr algn="r">
              <a:spcAft>
                <a:spcPts val="300"/>
              </a:spcAft>
            </a:pPr>
            <a:r>
              <a:rPr lang="en-US" sz="700" dirty="0">
                <a:solidFill>
                  <a:srgbClr val="FFFFFF"/>
                </a:solidFill>
                <a:latin typeface="微软雅黑" panose="020B0503020204020204" charset="-122"/>
                <a:ea typeface="微软雅黑" panose="020B0503020204020204" charset="-122"/>
              </a:rPr>
              <a:t>2.91 Inches</a:t>
            </a:r>
            <a:endParaRPr lang="en-US" sz="700" dirty="0">
              <a:solidFill>
                <a:srgbClr val="FFFFFF"/>
              </a:solidFill>
              <a:latin typeface="微软雅黑" panose="020B0503020204020204" charset="-122"/>
              <a:ea typeface="微软雅黑" panose="020B0503020204020204" charset="-122"/>
            </a:endParaRPr>
          </a:p>
        </p:txBody>
      </p:sp>
      <p:sp>
        <p:nvSpPr>
          <p:cNvPr id="15" name="TextBox 18"/>
          <p:cNvSpPr txBox="1">
            <a:spLocks noChangeArrowheads="1"/>
          </p:cNvSpPr>
          <p:nvPr/>
        </p:nvSpPr>
        <p:spPr bwMode="auto">
          <a:xfrm>
            <a:off x="-1255183" y="15049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latin typeface="微软雅黑" panose="020B0503020204020204" charset="-122"/>
                <a:ea typeface="微软雅黑" panose="020B0503020204020204" charset="-122"/>
              </a:rPr>
              <a:t>6.00 cm</a:t>
            </a:r>
            <a:endParaRPr lang="en-US" sz="700">
              <a:solidFill>
                <a:srgbClr val="FFFFFF"/>
              </a:solidFill>
              <a:latin typeface="微软雅黑" panose="020B0503020204020204" charset="-122"/>
              <a:ea typeface="微软雅黑" panose="020B0503020204020204" charset="-122"/>
            </a:endParaRPr>
          </a:p>
          <a:p>
            <a:pPr algn="r">
              <a:spcAft>
                <a:spcPts val="300"/>
              </a:spcAft>
            </a:pPr>
            <a:r>
              <a:rPr lang="en-US" sz="700">
                <a:solidFill>
                  <a:srgbClr val="FFFFFF"/>
                </a:solidFill>
                <a:latin typeface="微软雅黑" panose="020B0503020204020204" charset="-122"/>
                <a:ea typeface="微软雅黑" panose="020B0503020204020204" charset="-122"/>
              </a:rPr>
              <a:t>2.36 Inches</a:t>
            </a:r>
            <a:endParaRPr lang="en-US" sz="700">
              <a:solidFill>
                <a:srgbClr val="FFFFFF"/>
              </a:solidFill>
              <a:latin typeface="微软雅黑" panose="020B0503020204020204" charset="-122"/>
              <a:ea typeface="微软雅黑" panose="020B0503020204020204" charset="-122"/>
            </a:endParaRPr>
          </a:p>
        </p:txBody>
      </p:sp>
      <p:sp>
        <p:nvSpPr>
          <p:cNvPr id="16" name="TextBox 19"/>
          <p:cNvSpPr txBox="1">
            <a:spLocks noChangeArrowheads="1"/>
          </p:cNvSpPr>
          <p:nvPr/>
        </p:nvSpPr>
        <p:spPr bwMode="auto">
          <a:xfrm>
            <a:off x="-1255183" y="5921375"/>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latin typeface="微软雅黑" panose="020B0503020204020204" charset="-122"/>
                <a:ea typeface="微软雅黑" panose="020B0503020204020204" charset="-122"/>
              </a:rPr>
              <a:t>8.00 cm</a:t>
            </a:r>
            <a:endParaRPr lang="en-US" sz="700">
              <a:solidFill>
                <a:srgbClr val="FFFFFF"/>
              </a:solidFill>
              <a:latin typeface="微软雅黑" panose="020B0503020204020204" charset="-122"/>
              <a:ea typeface="微软雅黑" panose="020B0503020204020204" charset="-122"/>
            </a:endParaRPr>
          </a:p>
          <a:p>
            <a:pPr algn="r">
              <a:spcAft>
                <a:spcPts val="300"/>
              </a:spcAft>
            </a:pPr>
            <a:r>
              <a:rPr lang="en-US" sz="700">
                <a:solidFill>
                  <a:srgbClr val="FFFFFF"/>
                </a:solidFill>
                <a:latin typeface="微软雅黑" panose="020B0503020204020204" charset="-122"/>
                <a:ea typeface="微软雅黑" panose="020B0503020204020204" charset="-122"/>
              </a:rPr>
              <a:t>3.15 Inches</a:t>
            </a:r>
            <a:endParaRPr lang="en-US" sz="700">
              <a:solidFill>
                <a:srgbClr val="FFFFFF"/>
              </a:solidFill>
              <a:latin typeface="微软雅黑" panose="020B0503020204020204" charset="-122"/>
              <a:ea typeface="微软雅黑" panose="020B0503020204020204" charset="-122"/>
            </a:endParaRPr>
          </a:p>
        </p:txBody>
      </p:sp>
      <p:sp>
        <p:nvSpPr>
          <p:cNvPr id="17" name="TextBox 20"/>
          <p:cNvSpPr txBox="1">
            <a:spLocks noChangeArrowheads="1"/>
          </p:cNvSpPr>
          <p:nvPr/>
        </p:nvSpPr>
        <p:spPr bwMode="auto">
          <a:xfrm>
            <a:off x="4783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a:t>
            </a:r>
            <a:r>
              <a:rPr lang="en-US" sz="700">
                <a:solidFill>
                  <a:srgbClr val="FFFFFF"/>
                </a:solidFill>
                <a:latin typeface="微软雅黑" panose="020B0503020204020204" charset="-122"/>
                <a:ea typeface="微软雅黑" panose="020B0503020204020204" charset="-122"/>
              </a:rPr>
              <a:t>11.70 cm</a:t>
            </a:r>
            <a:endParaRPr lang="en-US" sz="700">
              <a:solidFill>
                <a:srgbClr val="FFFFFF"/>
              </a:solidFill>
              <a:latin typeface="微软雅黑" panose="020B0503020204020204" charset="-122"/>
              <a:ea typeface="微软雅黑" panose="020B0503020204020204" charset="-122"/>
            </a:endParaRPr>
          </a:p>
          <a:p>
            <a:pP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 4.61 inches</a:t>
            </a:r>
            <a:endParaRPr lang="en-US" sz="700">
              <a:solidFill>
                <a:srgbClr val="FFFFFF"/>
              </a:solidFill>
              <a:latin typeface="微软雅黑" panose="020B0503020204020204" charset="-122"/>
              <a:ea typeface="微软雅黑" panose="020B0503020204020204" charset="-122"/>
            </a:endParaRPr>
          </a:p>
        </p:txBody>
      </p:sp>
      <p:sp>
        <p:nvSpPr>
          <p:cNvPr id="18" name="TextBox 21"/>
          <p:cNvSpPr txBox="1">
            <a:spLocks noChangeArrowheads="1"/>
          </p:cNvSpPr>
          <p:nvPr/>
        </p:nvSpPr>
        <p:spPr bwMode="auto">
          <a:xfrm>
            <a:off x="47709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latin typeface="微软雅黑" panose="020B0503020204020204" charset="-122"/>
                <a:ea typeface="微软雅黑" panose="020B0503020204020204" charset="-122"/>
              </a:rPr>
              <a:t>0.50 cm </a:t>
            </a:r>
            <a:r>
              <a:rPr lang="en-US" sz="700">
                <a:solidFill>
                  <a:srgbClr val="FFFFFF"/>
                </a:solidFill>
                <a:latin typeface="微软雅黑" panose="020B0503020204020204" charset="-122"/>
                <a:ea typeface="微软雅黑" panose="020B0503020204020204" charset="-122"/>
                <a:sym typeface="Wingdings" panose="05000000000000000000" pitchFamily="2" charset="2"/>
              </a:rPr>
              <a:t></a:t>
            </a:r>
            <a:endParaRPr lang="en-US" sz="700">
              <a:solidFill>
                <a:srgbClr val="FFFFFF"/>
              </a:solidFill>
              <a:latin typeface="微软雅黑" panose="020B0503020204020204" charset="-122"/>
              <a:ea typeface="微软雅黑" panose="020B0503020204020204" charset="-122"/>
              <a:sym typeface="Wingdings" panose="05000000000000000000" pitchFamily="2" charset="2"/>
            </a:endParaRPr>
          </a:p>
          <a:p>
            <a:pPr algn="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0.2 inches </a:t>
            </a:r>
            <a:endParaRPr lang="en-US" sz="700">
              <a:solidFill>
                <a:srgbClr val="FFFFFF"/>
              </a:solidFill>
              <a:latin typeface="微软雅黑" panose="020B0503020204020204" charset="-122"/>
              <a:ea typeface="微软雅黑" panose="020B0503020204020204" charset="-122"/>
            </a:endParaRPr>
          </a:p>
        </p:txBody>
      </p:sp>
      <p:sp>
        <p:nvSpPr>
          <p:cNvPr id="19" name="TextBox 22"/>
          <p:cNvSpPr txBox="1">
            <a:spLocks noChangeArrowheads="1"/>
          </p:cNvSpPr>
          <p:nvPr/>
        </p:nvSpPr>
        <p:spPr bwMode="auto">
          <a:xfrm>
            <a:off x="6350001"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buFont typeface="Wingdings" panose="05000000000000000000" pitchFamily="2" charset="2"/>
              <a:buChar char="ß"/>
            </a:pPr>
            <a:r>
              <a:rPr lang="en-US" sz="700">
                <a:solidFill>
                  <a:srgbClr val="FFFFFF"/>
                </a:solidFill>
                <a:latin typeface="微软雅黑" panose="020B0503020204020204" charset="-122"/>
                <a:ea typeface="微软雅黑" panose="020B0503020204020204" charset="-122"/>
              </a:rPr>
              <a:t>0.50 cm</a:t>
            </a:r>
            <a:endParaRPr lang="en-US" sz="700">
              <a:solidFill>
                <a:srgbClr val="FFFFFF"/>
              </a:solidFill>
              <a:latin typeface="微软雅黑" panose="020B0503020204020204" charset="-122"/>
              <a:ea typeface="微软雅黑" panose="020B0503020204020204" charset="-122"/>
            </a:endParaRPr>
          </a:p>
          <a:p>
            <a:pP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 0.2 inches</a:t>
            </a:r>
            <a:endParaRPr lang="en-US" sz="700">
              <a:solidFill>
                <a:srgbClr val="FFFFFF"/>
              </a:solidFill>
              <a:latin typeface="微软雅黑" panose="020B0503020204020204" charset="-122"/>
              <a:ea typeface="微软雅黑" panose="020B0503020204020204" charset="-122"/>
            </a:endParaRPr>
          </a:p>
        </p:txBody>
      </p:sp>
      <p:sp>
        <p:nvSpPr>
          <p:cNvPr id="20" name="TextBox 23"/>
          <p:cNvSpPr txBox="1">
            <a:spLocks noChangeArrowheads="1"/>
          </p:cNvSpPr>
          <p:nvPr/>
        </p:nvSpPr>
        <p:spPr bwMode="auto">
          <a:xfrm>
            <a:off x="10627785"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latin typeface="微软雅黑" panose="020B0503020204020204" charset="-122"/>
                <a:ea typeface="微软雅黑" panose="020B0503020204020204" charset="-122"/>
              </a:rPr>
              <a:t>11.70 cm </a:t>
            </a:r>
            <a:r>
              <a:rPr lang="en-US" sz="700">
                <a:solidFill>
                  <a:srgbClr val="FFFFFF"/>
                </a:solidFill>
                <a:latin typeface="微软雅黑" panose="020B0503020204020204" charset="-122"/>
                <a:ea typeface="微软雅黑" panose="020B0503020204020204" charset="-122"/>
                <a:sym typeface="Wingdings" panose="05000000000000000000" pitchFamily="2" charset="2"/>
              </a:rPr>
              <a:t></a:t>
            </a:r>
            <a:endParaRPr lang="en-US" sz="700">
              <a:solidFill>
                <a:srgbClr val="FFFFFF"/>
              </a:solidFill>
              <a:latin typeface="微软雅黑" panose="020B0503020204020204" charset="-122"/>
              <a:ea typeface="微软雅黑" panose="020B0503020204020204" charset="-122"/>
            </a:endParaRPr>
          </a:p>
          <a:p>
            <a:pPr algn="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 4.61 inches </a:t>
            </a:r>
            <a:endParaRPr lang="en-US" sz="700">
              <a:solidFill>
                <a:srgbClr val="FFFFFF"/>
              </a:solidFill>
              <a:latin typeface="微软雅黑" panose="020B0503020204020204" charset="-122"/>
              <a:ea typeface="微软雅黑" panose="020B0503020204020204" charset="-122"/>
            </a:endParaRPr>
          </a:p>
        </p:txBody>
      </p:sp>
      <p:cxnSp>
        <p:nvCxnSpPr>
          <p:cNvPr id="21" name="Straight Arrow Connector 20"/>
          <p:cNvCxnSpPr/>
          <p:nvPr/>
        </p:nvCxnSpPr>
        <p:spPr>
          <a:xfrm rot="5400000" flipH="1" flipV="1">
            <a:off x="-296863" y="1308630"/>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rot="5400000" flipH="1" flipV="1">
            <a:off x="-296863" y="811743"/>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rot="5400000" flipH="1" flipV="1">
            <a:off x="-296863" y="6240993"/>
            <a:ext cx="92075" cy="2117"/>
          </a:xfrm>
          <a:prstGeom prst="straightConnector1">
            <a:avLst/>
          </a:prstGeom>
          <a:ln w="3175">
            <a:solidFill>
              <a:schemeClr val="bg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24" name="AutoShape 4"/>
          <p:cNvSpPr/>
          <p:nvPr/>
        </p:nvSpPr>
        <p:spPr bwMode="gray">
          <a:xfrm>
            <a:off x="-2055284" y="0"/>
            <a:ext cx="1871133" cy="692497"/>
          </a:xfrm>
          <a:prstGeom prst="rect">
            <a:avLst/>
          </a:prstGeom>
          <a:noFill/>
          <a:ln w="12700" algn="ctr">
            <a:noFill/>
            <a:miter lim="800000"/>
          </a:ln>
          <a:effectLst/>
        </p:spPr>
        <p:txBody>
          <a:bodyPr lIns="0" tIns="0" rIns="0" bIns="0">
            <a:spAutoFit/>
          </a:bodyPr>
          <a:lstStyle/>
          <a:p>
            <a:pPr>
              <a:defRPr/>
            </a:pPr>
            <a:r>
              <a:rPr lang="en-US" sz="700" b="1" dirty="0">
                <a:solidFill>
                  <a:srgbClr val="FFFFFF"/>
                </a:solidFill>
                <a:latin typeface="微软雅黑" panose="020B0503020204020204" charset="-122"/>
                <a:ea typeface="微软雅黑" panose="020B0503020204020204" charset="-122"/>
              </a:rPr>
              <a:t>To view  drawing guides:</a:t>
            </a:r>
            <a:endParaRPr lang="en-US" sz="700" b="1" dirty="0">
              <a:solidFill>
                <a:srgbClr val="FFFFFF"/>
              </a:solidFill>
              <a:latin typeface="微软雅黑" panose="020B0503020204020204" charset="-122"/>
              <a:ea typeface="微软雅黑" panose="020B0503020204020204" charset="-122"/>
            </a:endParaRPr>
          </a:p>
          <a:p>
            <a:pPr>
              <a:defRPr/>
            </a:pPr>
            <a:endParaRPr lang="en-US" sz="300" b="1" dirty="0">
              <a:solidFill>
                <a:srgbClr val="FFFFFF"/>
              </a:solidFill>
              <a:latin typeface="微软雅黑" panose="020B0503020204020204" charset="-122"/>
              <a:ea typeface="微软雅黑" panose="020B0503020204020204" charset="-122"/>
            </a:endParaRPr>
          </a:p>
          <a:p>
            <a:pPr marL="180975" indent="-180975">
              <a:buFont typeface="+mj-lt"/>
              <a:buAutoNum type="arabicPeriod"/>
              <a:defRPr/>
            </a:pPr>
            <a:r>
              <a:rPr lang="en-US" sz="700" dirty="0">
                <a:solidFill>
                  <a:srgbClr val="FFFFFF"/>
                </a:solidFill>
                <a:latin typeface="微软雅黑" panose="020B0503020204020204" charset="-122"/>
                <a:ea typeface="微软雅黑" panose="020B0503020204020204" charset="-122"/>
              </a:rPr>
              <a:t>Right-click on slide and select ’Grid and Guides...’</a:t>
            </a:r>
            <a:endParaRPr lang="en-US" sz="700" dirty="0">
              <a:solidFill>
                <a:srgbClr val="FFFFFF"/>
              </a:solidFill>
              <a:latin typeface="微软雅黑" panose="020B0503020204020204" charset="-122"/>
              <a:ea typeface="微软雅黑" panose="020B0503020204020204" charset="-122"/>
            </a:endParaRPr>
          </a:p>
          <a:p>
            <a:pPr marL="180975" indent="-180975">
              <a:buFont typeface="+mj-lt"/>
              <a:buAutoNum type="arabicPeriod"/>
              <a:defRPr/>
            </a:pPr>
            <a:r>
              <a:rPr lang="en-US" sz="700" dirty="0">
                <a:solidFill>
                  <a:srgbClr val="FFFFFF"/>
                </a:solidFill>
                <a:latin typeface="微软雅黑" panose="020B0503020204020204" charset="-122"/>
                <a:ea typeface="微软雅黑" panose="020B0503020204020204" charset="-122"/>
              </a:rPr>
              <a:t>Check ’Display drawing guides on screen’</a:t>
            </a:r>
            <a:endParaRPr lang="en-US" sz="700" dirty="0">
              <a:solidFill>
                <a:srgbClr val="FFFFFF"/>
              </a:solidFill>
              <a:latin typeface="微软雅黑" panose="020B0503020204020204" charset="-122"/>
              <a:ea typeface="微软雅黑" panose="020B0503020204020204" charset="-122"/>
            </a:endParaRPr>
          </a:p>
          <a:p>
            <a:pPr marL="180975" indent="-180975">
              <a:buFont typeface="+mj-lt"/>
              <a:buAutoNum type="arabicPeriod"/>
              <a:defRPr/>
            </a:pPr>
            <a:r>
              <a:rPr lang="en-US" sz="700" dirty="0">
                <a:solidFill>
                  <a:srgbClr val="FFFFFF"/>
                </a:solidFill>
                <a:latin typeface="微软雅黑" panose="020B0503020204020204" charset="-122"/>
                <a:ea typeface="微软雅黑" panose="020B0503020204020204" charset="-122"/>
              </a:rPr>
              <a:t>Select ’OK’</a:t>
            </a:r>
            <a:endParaRPr lang="en-US" sz="700" dirty="0">
              <a:solidFill>
                <a:srgbClr val="FFFFFF"/>
              </a:solidFill>
              <a:latin typeface="微软雅黑" panose="020B0503020204020204" charset="-122"/>
              <a:ea typeface="微软雅黑" panose="020B0503020204020204" charset="-122"/>
            </a:endParaRPr>
          </a:p>
        </p:txBody>
      </p:sp>
      <p:sp>
        <p:nvSpPr>
          <p:cNvPr id="42" name="矩形 41"/>
          <p:cNvSpPr/>
          <p:nvPr userDrawn="1"/>
        </p:nvSpPr>
        <p:spPr>
          <a:xfrm>
            <a:off x="383647"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43" name="矩形 42"/>
          <p:cNvSpPr/>
          <p:nvPr userDrawn="1"/>
        </p:nvSpPr>
        <p:spPr>
          <a:xfrm>
            <a:off x="191344"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grpSp>
        <p:nvGrpSpPr>
          <p:cNvPr id="46" name="组合 45"/>
          <p:cNvGrpSpPr>
            <a:grpSpLocks noChangeAspect="1"/>
          </p:cNvGrpSpPr>
          <p:nvPr userDrawn="1"/>
        </p:nvGrpSpPr>
        <p:grpSpPr>
          <a:xfrm>
            <a:off x="11036334" y="371250"/>
            <a:ext cx="971869" cy="537470"/>
            <a:chOff x="10728252" y="116959"/>
            <a:chExt cx="1293558" cy="715373"/>
          </a:xfrm>
          <a:solidFill>
            <a:srgbClr val="005BAD"/>
          </a:solidFill>
        </p:grpSpPr>
        <p:sp>
          <p:nvSpPr>
            <p:cNvPr id="47" name="ïSļíḋe"/>
            <p:cNvSpPr/>
            <p:nvPr userDrawn="1"/>
          </p:nvSpPr>
          <p:spPr bwMode="auto">
            <a:xfrm>
              <a:off x="10844646" y="498022"/>
              <a:ext cx="156074" cy="25047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49" name="îSḷîḓé"/>
            <p:cNvSpPr/>
            <p:nvPr userDrawn="1"/>
          </p:nvSpPr>
          <p:spPr bwMode="auto">
            <a:xfrm>
              <a:off x="10963687" y="498022"/>
              <a:ext cx="166655" cy="25047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0" name="işļïḑê"/>
            <p:cNvSpPr/>
            <p:nvPr userDrawn="1"/>
          </p:nvSpPr>
          <p:spPr bwMode="auto">
            <a:xfrm>
              <a:off x="10937233" y="650019"/>
              <a:ext cx="66134" cy="3211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1" name="iṣḷiḑè"/>
            <p:cNvSpPr/>
            <p:nvPr userDrawn="1"/>
          </p:nvSpPr>
          <p:spPr bwMode="auto">
            <a:xfrm>
              <a:off x="11088015" y="498022"/>
              <a:ext cx="158719" cy="25047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2" name="ïṣľídè"/>
            <p:cNvSpPr/>
            <p:nvPr userDrawn="1"/>
          </p:nvSpPr>
          <p:spPr bwMode="auto">
            <a:xfrm>
              <a:off x="11207055" y="498022"/>
              <a:ext cx="156074" cy="25047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sp>
          <p:nvSpPr>
            <p:cNvPr id="53" name="íSļîḓé"/>
            <p:cNvSpPr/>
            <p:nvPr userDrawn="1"/>
          </p:nvSpPr>
          <p:spPr bwMode="auto">
            <a:xfrm>
              <a:off x="11170020" y="714243"/>
              <a:ext cx="66134" cy="3425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4" name="iṩ1ídè"/>
            <p:cNvSpPr/>
            <p:nvPr userDrawn="1"/>
          </p:nvSpPr>
          <p:spPr bwMode="auto">
            <a:xfrm>
              <a:off x="10728252" y="116959"/>
              <a:ext cx="1293558" cy="700044"/>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5" name="ïşľíḑé"/>
            <p:cNvSpPr/>
            <p:nvPr userDrawn="1"/>
          </p:nvSpPr>
          <p:spPr bwMode="auto">
            <a:xfrm>
              <a:off x="11561527" y="472332"/>
              <a:ext cx="185172" cy="360000"/>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grpSp>
      <p:cxnSp>
        <p:nvCxnSpPr>
          <p:cNvPr id="62" name="直接连接符 23"/>
          <p:cNvCxnSpPr/>
          <p:nvPr userDrawn="1"/>
        </p:nvCxnSpPr>
        <p:spPr>
          <a:xfrm>
            <a:off x="0" y="908720"/>
            <a:ext cx="12192000" cy="12363"/>
          </a:xfrm>
          <a:prstGeom prst="line">
            <a:avLst/>
          </a:prstGeom>
          <a:noFill/>
          <a:ln w="6350" cap="flat" cmpd="sng" algn="ctr">
            <a:solidFill>
              <a:srgbClr val="005BAD">
                <a:alpha val="80000"/>
              </a:srgbClr>
            </a:solidFill>
            <a:prstDash val="solid"/>
            <a:miter lim="800000"/>
          </a:ln>
          <a:effectLst/>
        </p:spPr>
      </p:cxnSp>
      <p:cxnSp>
        <p:nvCxnSpPr>
          <p:cNvPr id="63" name="直接连接符 23"/>
          <p:cNvCxnSpPr/>
          <p:nvPr userDrawn="1"/>
        </p:nvCxnSpPr>
        <p:spPr>
          <a:xfrm>
            <a:off x="-2381" y="6512981"/>
            <a:ext cx="12192000" cy="12363"/>
          </a:xfrm>
          <a:prstGeom prst="line">
            <a:avLst/>
          </a:prstGeom>
          <a:noFill/>
          <a:ln w="6350" cap="flat" cmpd="sng" algn="ctr">
            <a:solidFill>
              <a:srgbClr val="005BAD">
                <a:alpha val="75000"/>
              </a:srgbClr>
            </a:solidFill>
            <a:prstDash val="solid"/>
            <a:miter lim="800000"/>
          </a:ln>
          <a:effectLst/>
        </p:spPr>
      </p:cxnSp>
      <p:sp>
        <p:nvSpPr>
          <p:cNvPr id="39" name="日期占位符 135"/>
          <p:cNvSpPr txBox="1"/>
          <p:nvPr userDrawn="1"/>
        </p:nvSpPr>
        <p:spPr>
          <a:xfrm>
            <a:off x="9048328" y="6555494"/>
            <a:ext cx="2883976" cy="267573"/>
          </a:xfrm>
          <a:prstGeom prst="rect">
            <a:avLst/>
          </a:prstGeom>
        </p:spPr>
        <p:txBody>
          <a:bodyPr anchor="ctr"/>
          <a:lstStyle>
            <a:defPPr>
              <a:defRPr lang="zh-CN"/>
            </a:defPPr>
            <a:lvl1pPr marL="0" algn="r"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dirty="0">
                <a:solidFill>
                  <a:srgbClr val="005BAD">
                    <a:alpha val="75000"/>
                  </a:srgbClr>
                </a:solidFill>
                <a:latin typeface="微软雅黑" panose="020B0503020204020204" charset="-122"/>
                <a:ea typeface="微软雅黑" panose="020B0503020204020204" charset="-122"/>
              </a:rPr>
              <a:t>华中科技大学电子信息与通信学院</a:t>
            </a:r>
            <a:endParaRPr lang="zh-CN" altLang="en-US" dirty="0">
              <a:solidFill>
                <a:srgbClr val="005BAD">
                  <a:alpha val="75000"/>
                </a:srgbClr>
              </a:solidFill>
              <a:latin typeface="微软雅黑" panose="020B0503020204020204" charset="-122"/>
              <a:ea typeface="微软雅黑" panose="020B0503020204020204" charset="-122"/>
            </a:endParaRPr>
          </a:p>
        </p:txBody>
      </p:sp>
      <p:sp>
        <p:nvSpPr>
          <p:cNvPr id="40" name="页脚占位符 136"/>
          <p:cNvSpPr txBox="1"/>
          <p:nvPr userDrawn="1"/>
        </p:nvSpPr>
        <p:spPr>
          <a:xfrm>
            <a:off x="187688" y="6552438"/>
            <a:ext cx="2880000" cy="273685"/>
          </a:xfrm>
          <a:prstGeom prst="rect">
            <a:avLst/>
          </a:prstGeom>
        </p:spPr>
        <p:txBody>
          <a:bodyPr vert="horz" lIns="91440" tIns="45720" rIns="91440" bIns="45720" rtlCol="0" anchor="ctr"/>
          <a:lstStyle>
            <a:defPPr>
              <a:defRPr lang="zh-CN"/>
            </a:defPPr>
            <a:lvl1pPr marL="0" algn="dist"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rgbClr val="005BAD">
                    <a:alpha val="75000"/>
                  </a:srgbClr>
                </a:solidFill>
                <a:latin typeface="微软雅黑" panose="020B0503020204020204" charset="-122"/>
                <a:ea typeface="微软雅黑" panose="020B0503020204020204" charset="-122"/>
              </a:rPr>
              <a:t>明德厚学 求是创新</a:t>
            </a:r>
            <a:endParaRPr lang="zh-CN" altLang="en-US" dirty="0">
              <a:solidFill>
                <a:srgbClr val="005BAD">
                  <a:alpha val="75000"/>
                </a:srgbClr>
              </a:solidFill>
              <a:latin typeface="微软雅黑" panose="020B0503020204020204" charset="-122"/>
              <a:ea typeface="微软雅黑" panose="020B0503020204020204" charset="-122"/>
            </a:endParaRPr>
          </a:p>
        </p:txBody>
      </p:sp>
      <p:sp>
        <p:nvSpPr>
          <p:cNvPr id="44" name="Title 1"/>
          <p:cNvSpPr>
            <a:spLocks noGrp="1"/>
          </p:cNvSpPr>
          <p:nvPr>
            <p:ph type="title"/>
          </p:nvPr>
        </p:nvSpPr>
        <p:spPr>
          <a:xfrm>
            <a:off x="671647" y="395289"/>
            <a:ext cx="10209277" cy="430887"/>
          </a:xfrm>
        </p:spPr>
        <p:txBody>
          <a:bodyPr lIns="108000"/>
          <a:lstStyle>
            <a:lvl1pPr>
              <a:defRPr sz="2800" b="1">
                <a:latin typeface="微软雅黑" panose="020B0503020204020204" charset="-122"/>
                <a:ea typeface="微软雅黑" panose="020B0503020204020204" charset="-122"/>
              </a:defRPr>
            </a:lvl1pPr>
          </a:lstStyle>
          <a:p>
            <a:r>
              <a:rPr lang="zh-CN" altLang="en-US" noProof="0" dirty="0"/>
              <a:t>单击此处编辑母版标题样式</a:t>
            </a:r>
            <a:endParaRPr lang="en-US" noProof="0" dirty="0"/>
          </a:p>
        </p:txBody>
      </p:sp>
      <p:sp>
        <p:nvSpPr>
          <p:cNvPr id="38" name="Text Placeholder 2"/>
          <p:cNvSpPr>
            <a:spLocks noGrp="1"/>
          </p:cNvSpPr>
          <p:nvPr>
            <p:ph idx="1"/>
          </p:nvPr>
        </p:nvSpPr>
        <p:spPr bwMode="auto">
          <a:xfrm>
            <a:off x="478368" y="1119130"/>
            <a:ext cx="11231033" cy="51129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838200" y="6356350"/>
            <a:ext cx="2743200" cy="365125"/>
          </a:xfrm>
        </p:spPr>
        <p:txBody>
          <a:bodyPr/>
          <a:lstStyle/>
          <a:p>
            <a:fld id="{6DCB5D88-040D-4D6E-8F73-4D74E1BA4176}"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p:spPr>
        <p:txBody>
          <a:bodyPr/>
          <a:lstStyle/>
          <a:p>
            <a:fld id="{FEC911A4-5A61-4EAF-BDA0-06B6BC650B46}"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p:spPr>
        <p:txBody>
          <a:bodyPr/>
          <a:lstStyle/>
          <a:p>
            <a:fld id="{6DCB5D88-040D-4D6E-8F73-4D74E1BA4176}"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p:spPr>
        <p:txBody>
          <a:bodyPr/>
          <a:lstStyle/>
          <a:p>
            <a:fld id="{FEC911A4-5A61-4EAF-BDA0-06B6BC650B46}"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内页">
    <p:spTree>
      <p:nvGrpSpPr>
        <p:cNvPr id="1" name=""/>
        <p:cNvGrpSpPr/>
        <p:nvPr/>
      </p:nvGrpSpPr>
      <p:grpSpPr>
        <a:xfrm>
          <a:off x="0" y="0"/>
          <a:ext cx="0" cy="0"/>
          <a:chOff x="0" y="0"/>
          <a:chExt cx="0" cy="0"/>
        </a:xfrm>
      </p:grpSpPr>
      <p:sp>
        <p:nvSpPr>
          <p:cNvPr id="2" name="Title 1"/>
          <p:cNvSpPr>
            <a:spLocks noGrp="1"/>
          </p:cNvSpPr>
          <p:nvPr>
            <p:ph type="title"/>
          </p:nvPr>
        </p:nvSpPr>
        <p:spPr>
          <a:xfrm>
            <a:off x="478368" y="395289"/>
            <a:ext cx="11231033" cy="492443"/>
          </a:xfrm>
        </p:spPr>
        <p:txBody>
          <a:bodyPr lIns="108000"/>
          <a:lstStyle/>
          <a:p>
            <a:endParaRPr lang="en-US" altLang="zh-CN" noProof="0" dirty="0"/>
          </a:p>
        </p:txBody>
      </p:sp>
      <p:sp>
        <p:nvSpPr>
          <p:cNvPr id="4" name="内容占位符 3"/>
          <p:cNvSpPr>
            <a:spLocks noGrp="1"/>
          </p:cNvSpPr>
          <p:nvPr>
            <p:ph sz="quarter" idx="17"/>
          </p:nvPr>
        </p:nvSpPr>
        <p:spPr>
          <a:xfrm>
            <a:off x="477838" y="1052513"/>
            <a:ext cx="11231562" cy="5235575"/>
          </a:xfrm>
        </p:spPr>
        <p:txBody>
          <a:bodyPr vert="horz" lIns="91440" tIns="45720" rIns="91440" bIns="45720" rtlCol="0">
            <a:normAutofit/>
          </a:bodyPr>
          <a:lstStyle>
            <a:lvl1pPr marL="0" marR="0" indent="0" algn="l" defTabSz="914400" rtl="0" eaLnBrk="1" fontAlgn="base" latinLnBrk="0" hangingPunct="1">
              <a:lnSpc>
                <a:spcPct val="150000"/>
              </a:lnSpc>
              <a:spcBef>
                <a:spcPts val="0"/>
              </a:spcBef>
              <a:spcAft>
                <a:spcPct val="0"/>
              </a:spcAft>
              <a:buClrTx/>
              <a:buSzTx/>
              <a:buFont typeface="Arial" panose="020B0604020202020204" pitchFamily="34" charset="0"/>
              <a:buNone/>
              <a:defRPr lang="zh-CN" altLang="en-US" sz="2000" b="0" i="0" baseline="0" dirty="0" smtClean="0">
                <a:solidFill>
                  <a:schemeClr val="tx2"/>
                </a:solidFill>
                <a:latin typeface="+mn-lt"/>
                <a:ea typeface="+mn-ea"/>
                <a:cs typeface="+mn-cs"/>
              </a:defRPr>
            </a:lvl1pPr>
            <a:lvl2pPr marL="285750" marR="0" indent="-285750" algn="l" defTabSz="914400" rtl="0" eaLnBrk="1" fontAlgn="base" latinLnBrk="0" hangingPunct="1">
              <a:lnSpc>
                <a:spcPct val="100000"/>
              </a:lnSpc>
              <a:spcBef>
                <a:spcPts val="400"/>
              </a:spcBef>
              <a:spcAft>
                <a:spcPct val="0"/>
              </a:spcAft>
              <a:buClrTx/>
              <a:buSzPct val="80000"/>
              <a:buFont typeface="Arial" panose="020B0604020202020204" pitchFamily="34" charset="0"/>
              <a:buChar char="•"/>
              <a:defRPr kumimoji="0" lang="en-US" altLang="zh-CN" sz="1800" b="0" i="0" u="none" strike="noStrike" kern="1200" cap="none" spc="0" normalizeH="0" baseline="0" noProof="0" dirty="0" smtClean="0">
                <a:ln>
                  <a:noFill/>
                </a:ln>
                <a:solidFill>
                  <a:srgbClr val="002776"/>
                </a:solidFill>
                <a:effectLst/>
                <a:uLnTx/>
                <a:uFillTx/>
                <a:latin typeface="宋体" panose="02010600030101010101" pitchFamily="2" charset="-122"/>
                <a:ea typeface="宋体" panose="02010600030101010101" pitchFamily="2" charset="-122"/>
                <a:cs typeface="+mn-cs"/>
              </a:defRPr>
            </a:lvl2pPr>
            <a:lvl3pPr marL="464820" marR="0" indent="-285750" algn="l" defTabSz="914400" rtl="0" eaLnBrk="1" fontAlgn="base" latinLnBrk="0" hangingPunct="1">
              <a:lnSpc>
                <a:spcPct val="100000"/>
              </a:lnSpc>
              <a:spcBef>
                <a:spcPts val="400"/>
              </a:spcBef>
              <a:spcAft>
                <a:spcPct val="0"/>
              </a:spcAft>
              <a:buClrTx/>
              <a:buSzPct val="80000"/>
              <a:buFont typeface="Arial" panose="020B0604020202020204" pitchFamily="34" charset="0"/>
              <a:buChar char="•"/>
              <a:defRPr lang="zh-CN" altLang="en-US" b="0" i="0" baseline="0" dirty="0" smtClean="0">
                <a:solidFill>
                  <a:schemeClr val="tx2"/>
                </a:solidFill>
                <a:latin typeface="+mn-lt"/>
                <a:ea typeface="+mn-ea"/>
                <a:cs typeface="+mn-cs"/>
              </a:defRPr>
            </a:lvl3pPr>
            <a:lvl4pPr marL="645795" marR="0" indent="-285750" algn="l" defTabSz="914400" rtl="0" eaLnBrk="1" fontAlgn="base" latinLnBrk="0" hangingPunct="1">
              <a:lnSpc>
                <a:spcPct val="100000"/>
              </a:lnSpc>
              <a:spcBef>
                <a:spcPts val="400"/>
              </a:spcBef>
              <a:spcAft>
                <a:spcPct val="0"/>
              </a:spcAft>
              <a:buClrTx/>
              <a:buSzPct val="80000"/>
              <a:buFont typeface="Arial" panose="020B0604020202020204" pitchFamily="34" charset="0"/>
              <a:buChar char="•"/>
              <a:defRPr lang="zh-CN" altLang="en-US" sz="1400" b="0" i="0" dirty="0" smtClean="0">
                <a:solidFill>
                  <a:schemeClr val="tx2"/>
                </a:solidFill>
                <a:latin typeface="微软雅黑" panose="020B0503020204020204" charset="-122"/>
                <a:ea typeface="微软雅黑" panose="020B0503020204020204" charset="-122"/>
                <a:cs typeface="+mn-cs"/>
              </a:defRPr>
            </a:lvl4pPr>
            <a:lvl5pPr marL="2114550" indent="-285750">
              <a:buClr>
                <a:schemeClr val="tx2"/>
              </a:buClr>
              <a:buFont typeface="Arial" panose="020B0604020202020204" pitchFamily="34" charset="0"/>
              <a:buChar char="•"/>
              <a:defRPr lang="zh-CN" altLang="en-US" sz="1400" b="0" i="0" dirty="0">
                <a:solidFill>
                  <a:schemeClr val="tx2"/>
                </a:solidFill>
                <a:latin typeface="等线" panose="02010600030101010101" pitchFamily="2" charset="-122"/>
                <a:ea typeface="等线" panose="02010600030101010101" pitchFamily="2" charset="-122"/>
                <a:cs typeface="+mn-cs"/>
              </a:defRPr>
            </a:lvl5pPr>
          </a:lstStyle>
          <a:p>
            <a:pPr marL="342900" marR="0" lvl="0" indent="-342900" algn="l" defTabSz="914400" rtl="0" eaLnBrk="1" fontAlgn="base" latinLnBrk="0" hangingPunct="1">
              <a:lnSpc>
                <a:spcPct val="150000"/>
              </a:lnSpc>
              <a:spcBef>
                <a:spcPts val="15"/>
              </a:spcBef>
              <a:spcAft>
                <a:spcPct val="0"/>
              </a:spcAft>
              <a:buClrTx/>
              <a:buSzTx/>
              <a:defRPr/>
            </a:pPr>
            <a:endParaRPr lang="en-US" altLang="zh-CN" noProof="0" dirty="0"/>
          </a:p>
        </p:txBody>
      </p:sp>
      <p:grpSp>
        <p:nvGrpSpPr>
          <p:cNvPr id="25" name="组合 24"/>
          <p:cNvGrpSpPr>
            <a:grpSpLocks noChangeAspect="1"/>
          </p:cNvGrpSpPr>
          <p:nvPr userDrawn="1"/>
        </p:nvGrpSpPr>
        <p:grpSpPr>
          <a:xfrm>
            <a:off x="10889097" y="451528"/>
            <a:ext cx="971869" cy="537470"/>
            <a:chOff x="10728252" y="116959"/>
            <a:chExt cx="1293558" cy="715373"/>
          </a:xfrm>
          <a:solidFill>
            <a:srgbClr val="005BAD"/>
          </a:solidFill>
        </p:grpSpPr>
        <p:sp>
          <p:nvSpPr>
            <p:cNvPr id="27" name="ïSļíḋe"/>
            <p:cNvSpPr/>
            <p:nvPr userDrawn="1"/>
          </p:nvSpPr>
          <p:spPr bwMode="auto">
            <a:xfrm>
              <a:off x="10844646" y="498022"/>
              <a:ext cx="156074" cy="25047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28" name="îSḷîḓé"/>
            <p:cNvSpPr/>
            <p:nvPr userDrawn="1"/>
          </p:nvSpPr>
          <p:spPr bwMode="auto">
            <a:xfrm>
              <a:off x="10963687" y="498022"/>
              <a:ext cx="166655" cy="25047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29" name="işļïḑê"/>
            <p:cNvSpPr/>
            <p:nvPr userDrawn="1"/>
          </p:nvSpPr>
          <p:spPr bwMode="auto">
            <a:xfrm>
              <a:off x="10937233" y="650019"/>
              <a:ext cx="66134" cy="3211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30" name="iṣḷiḑè"/>
            <p:cNvSpPr/>
            <p:nvPr userDrawn="1"/>
          </p:nvSpPr>
          <p:spPr bwMode="auto">
            <a:xfrm>
              <a:off x="11088015" y="498022"/>
              <a:ext cx="158719" cy="25047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31" name="ïṣľídè"/>
            <p:cNvSpPr/>
            <p:nvPr userDrawn="1"/>
          </p:nvSpPr>
          <p:spPr bwMode="auto">
            <a:xfrm>
              <a:off x="11207055" y="498022"/>
              <a:ext cx="156074" cy="25047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rgbClr val="000000"/>
                </a:solidFill>
                <a:effectLst/>
                <a:uLnTx/>
                <a:uFillTx/>
                <a:latin typeface="Century Gothic" panose="020B0502020202020204"/>
                <a:ea typeface="微软雅黑" panose="020B0503020204020204" charset="-122"/>
              </a:endParaRPr>
            </a:p>
          </p:txBody>
        </p:sp>
        <p:sp>
          <p:nvSpPr>
            <p:cNvPr id="32" name="íSļîḓé"/>
            <p:cNvSpPr/>
            <p:nvPr userDrawn="1"/>
          </p:nvSpPr>
          <p:spPr bwMode="auto">
            <a:xfrm>
              <a:off x="11170020" y="714243"/>
              <a:ext cx="66134" cy="3425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33" name="iṩ1ídè"/>
            <p:cNvSpPr/>
            <p:nvPr userDrawn="1"/>
          </p:nvSpPr>
          <p:spPr bwMode="auto">
            <a:xfrm>
              <a:off x="10728252" y="116959"/>
              <a:ext cx="1293558" cy="700044"/>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34" name="ïşľíḑé"/>
            <p:cNvSpPr/>
            <p:nvPr userDrawn="1"/>
          </p:nvSpPr>
          <p:spPr bwMode="auto">
            <a:xfrm>
              <a:off x="11561527" y="472332"/>
              <a:ext cx="185172" cy="360000"/>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grpSp>
      <p:cxnSp>
        <p:nvCxnSpPr>
          <p:cNvPr id="35" name="直接连接符 23"/>
          <p:cNvCxnSpPr>
            <a:endCxn id="33" idx="0"/>
          </p:cNvCxnSpPr>
          <p:nvPr userDrawn="1"/>
        </p:nvCxnSpPr>
        <p:spPr>
          <a:xfrm>
            <a:off x="0" y="966439"/>
            <a:ext cx="10889097" cy="11042"/>
          </a:xfrm>
          <a:prstGeom prst="line">
            <a:avLst/>
          </a:prstGeom>
          <a:noFill/>
          <a:ln w="6350" cap="flat" cmpd="sng" algn="ctr">
            <a:solidFill>
              <a:srgbClr val="005BAD"/>
            </a:solidFill>
            <a:prstDash val="solid"/>
            <a:miter lim="800000"/>
          </a:ln>
          <a:effectLst/>
        </p:spPr>
      </p:cxnSp>
      <p:sp>
        <p:nvSpPr>
          <p:cNvPr id="42" name="矩形 41"/>
          <p:cNvSpPr/>
          <p:nvPr userDrawn="1"/>
        </p:nvSpPr>
        <p:spPr>
          <a:xfrm>
            <a:off x="383647"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43" name="矩形 42"/>
          <p:cNvSpPr/>
          <p:nvPr userDrawn="1"/>
        </p:nvSpPr>
        <p:spPr>
          <a:xfrm>
            <a:off x="191344"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48" name="Slide Number Placeholder 5"/>
          <p:cNvSpPr txBox="1"/>
          <p:nvPr userDrawn="1"/>
        </p:nvSpPr>
        <p:spPr>
          <a:xfrm>
            <a:off x="6063642" y="6568610"/>
            <a:ext cx="480484" cy="125413"/>
          </a:xfrm>
          <a:prstGeom prst="rect">
            <a:avLst/>
          </a:prstGeom>
        </p:spPr>
        <p:txBody>
          <a:bodyPr vert="horz" lIns="0" tIns="0" rIns="0" bIns="0" rtlCol="0" anchor="b" anchorCtr="0">
            <a:noAutofit/>
          </a:bodyPr>
          <a:lstStyle>
            <a:defPPr>
              <a:defRPr lang="en-US"/>
            </a:defPPr>
            <a:lvl1pPr marL="0" algn="l" defTabSz="914400" rtl="0" eaLnBrk="1" fontAlgn="auto" latinLnBrk="0" hangingPunct="1">
              <a:spcBef>
                <a:spcPts val="0"/>
              </a:spcBef>
              <a:spcAft>
                <a:spcPts val="0"/>
              </a:spcAft>
              <a:defRPr sz="1000" b="1" kern="1200" smtClean="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3DA0BB7-265A-403C-9275-D587AB510EDC}" type="slidenum">
              <a:rPr lang="zh-TW" altLang="en-US" smtClean="0">
                <a:solidFill>
                  <a:schemeClr val="tx1">
                    <a:lumMod val="50000"/>
                    <a:lumOff val="50000"/>
                  </a:schemeClr>
                </a:solidFill>
              </a:rPr>
            </a:fld>
            <a:endParaRPr lang="zh-TW" altLang="en-US" dirty="0">
              <a:solidFill>
                <a:schemeClr val="tx1">
                  <a:lumMod val="50000"/>
                  <a:lumOff val="50000"/>
                </a:schemeClr>
              </a:solidFill>
            </a:endParaRPr>
          </a:p>
        </p:txBody>
      </p:sp>
      <p:sp>
        <p:nvSpPr>
          <p:cNvPr id="3" name="灯片编号占位符 2"/>
          <p:cNvSpPr>
            <a:spLocks noGrp="1"/>
          </p:cNvSpPr>
          <p:nvPr>
            <p:ph type="sldNum" sz="quarter" idx="18"/>
          </p:nvPr>
        </p:nvSpPr>
        <p:spPr>
          <a:xfrm>
            <a:off x="8877600" y="6314400"/>
            <a:ext cx="2700000" cy="316800"/>
          </a:xfrm>
        </p:spPr>
        <p:txBody>
          <a:bodyPr/>
          <a:lstStyle/>
          <a:p>
            <a:fld id="{78D0258B-FF2A-4266-A613-0F495F63FC5A}" type="slidenum">
              <a:rPr lang="zh-CN" altLang="en-US" smtClean="0"/>
            </a:fld>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内容页_常规空白页带标注">
    <p:spTree>
      <p:nvGrpSpPr>
        <p:cNvPr id="1" name=""/>
        <p:cNvGrpSpPr/>
        <p:nvPr/>
      </p:nvGrpSpPr>
      <p:grpSpPr>
        <a:xfrm>
          <a:off x="0" y="0"/>
          <a:ext cx="0" cy="0"/>
          <a:chOff x="0" y="0"/>
          <a:chExt cx="0" cy="0"/>
        </a:xfrm>
      </p:grpSpPr>
      <p:graphicFrame>
        <p:nvGraphicFramePr>
          <p:cNvPr id="8" name="对象 7" hidden="1"/>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1" name="think-cell 幻灯片" r:id="rId3" imgW="5080" imgH="5080" progId="TCLayout.ActiveDocument.1">
                  <p:embed/>
                </p:oleObj>
              </mc:Choice>
              <mc:Fallback>
                <p:oleObj name="think-cell 幻灯片" r:id="rId3" imgW="5080" imgH="5080" progId="TCLayout.ActiveDocument.1">
                  <p:embed/>
                  <p:pic>
                    <p:nvPicPr>
                      <p:cNvPr id="0" name="对象 7" hidden="1"/>
                      <p:cNvPicPr/>
                      <p:nvPr/>
                    </p:nvPicPr>
                    <p:blipFill>
                      <a:blip r:embed="rId4"/>
                      <a:stretch>
                        <a:fillRect/>
                      </a:stretch>
                    </p:blipFill>
                    <p:spPr>
                      <a:xfrm>
                        <a:off x="1588" y="1588"/>
                        <a:ext cx="1588" cy="1588"/>
                      </a:xfrm>
                      <a:prstGeom prst="rect">
                        <a:avLst/>
                      </a:prstGeom>
                    </p:spPr>
                  </p:pic>
                </p:oleObj>
              </mc:Fallback>
            </mc:AlternateContent>
          </a:graphicData>
        </a:graphic>
      </p:graphicFrame>
      <p:cxnSp>
        <p:nvCxnSpPr>
          <p:cNvPr id="10" name="直接连接符 9"/>
          <p:cNvCxnSpPr/>
          <p:nvPr/>
        </p:nvCxnSpPr>
        <p:spPr>
          <a:xfrm>
            <a:off x="227013" y="1091097"/>
            <a:ext cx="11737975" cy="0"/>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11" name="图片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831498" y="457957"/>
            <a:ext cx="1057668" cy="413341"/>
          </a:xfrm>
          <a:prstGeom prst="rect">
            <a:avLst/>
          </a:prstGeom>
        </p:spPr>
      </p:pic>
      <p:cxnSp>
        <p:nvCxnSpPr>
          <p:cNvPr id="15" name="直接连接符 14"/>
          <p:cNvCxnSpPr/>
          <p:nvPr/>
        </p:nvCxnSpPr>
        <p:spPr>
          <a:xfrm>
            <a:off x="243489" y="6560097"/>
            <a:ext cx="11721499"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6" name="Slide Number Placeholder 5"/>
          <p:cNvSpPr>
            <a:spLocks noGrp="1"/>
          </p:cNvSpPr>
          <p:nvPr>
            <p:ph type="sldNum" sz="quarter" idx="4"/>
          </p:nvPr>
        </p:nvSpPr>
        <p:spPr>
          <a:xfrm>
            <a:off x="11360801" y="6598110"/>
            <a:ext cx="598702" cy="198484"/>
          </a:xfrm>
          <a:prstGeom prst="rect">
            <a:avLst/>
          </a:prstGeom>
        </p:spPr>
        <p:txBody>
          <a:bodyPr anchor="ctr"/>
          <a:lstStyle>
            <a:lvl1pPr algn="r">
              <a:defRPr sz="900"/>
            </a:lvl1pPr>
          </a:lstStyle>
          <a:p>
            <a:fld id="{71353449-C61B-420F-9204-6A5578656DEB}" type="slidenum">
              <a:rPr lang="zh-CN" altLang="en-US" smtClean="0"/>
            </a:fld>
            <a:endParaRPr lang="zh-CN" altLang="en-US"/>
          </a:p>
        </p:txBody>
      </p:sp>
      <p:grpSp>
        <p:nvGrpSpPr>
          <p:cNvPr id="65" name="组合 64"/>
          <p:cNvGrpSpPr/>
          <p:nvPr/>
        </p:nvGrpSpPr>
        <p:grpSpPr>
          <a:xfrm>
            <a:off x="-710473" y="109246"/>
            <a:ext cx="638365" cy="6662923"/>
            <a:chOff x="-710473" y="109246"/>
            <a:chExt cx="638365" cy="6662923"/>
          </a:xfrm>
        </p:grpSpPr>
        <p:sp>
          <p:nvSpPr>
            <p:cNvPr id="66" name="文本框 65"/>
            <p:cNvSpPr txBox="1"/>
            <p:nvPr userDrawn="1"/>
          </p:nvSpPr>
          <p:spPr>
            <a:xfrm>
              <a:off x="-664897" y="594938"/>
              <a:ext cx="412292" cy="210314"/>
            </a:xfrm>
            <a:prstGeom prst="rect">
              <a:avLst/>
            </a:prstGeom>
            <a:noFill/>
          </p:spPr>
          <p:txBody>
            <a:bodyPr wrap="none" rtlCol="0">
              <a:spAutoFit/>
            </a:bodyPr>
            <a:lstStyle/>
            <a:p>
              <a:pPr algn="r">
                <a:lnSpc>
                  <a:spcPct val="120000"/>
                </a:lnSpc>
              </a:pPr>
              <a:r>
                <a:rPr lang="en-US" altLang="zh-CN" sz="700" dirty="0">
                  <a:latin typeface="+mj-lt"/>
                </a:rPr>
                <a:t>OPPO</a:t>
              </a:r>
              <a:endParaRPr lang="zh-CN" altLang="en-US" sz="700" dirty="0">
                <a:latin typeface="+mj-lt"/>
              </a:endParaRPr>
            </a:p>
          </p:txBody>
        </p:sp>
        <p:sp>
          <p:nvSpPr>
            <p:cNvPr id="67" name="矩形 66"/>
            <p:cNvSpPr/>
            <p:nvPr userDrawn="1"/>
          </p:nvSpPr>
          <p:spPr>
            <a:xfrm>
              <a:off x="-252108" y="361139"/>
              <a:ext cx="180000" cy="180000"/>
            </a:xfrm>
            <a:prstGeom prst="rect">
              <a:avLst/>
            </a:prstGeom>
            <a:solidFill>
              <a:srgbClr val="415FFF"/>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sz="1200" dirty="0">
                <a:solidFill>
                  <a:schemeClr val="tx1"/>
                </a:solidFill>
              </a:endParaRPr>
            </a:p>
          </p:txBody>
        </p:sp>
        <p:sp>
          <p:nvSpPr>
            <p:cNvPr id="68" name="文本框 67"/>
            <p:cNvSpPr txBox="1"/>
            <p:nvPr userDrawn="1"/>
          </p:nvSpPr>
          <p:spPr>
            <a:xfrm>
              <a:off x="-597571" y="336637"/>
              <a:ext cx="344966" cy="221599"/>
            </a:xfrm>
            <a:prstGeom prst="rect">
              <a:avLst/>
            </a:prstGeom>
            <a:noFill/>
          </p:spPr>
          <p:txBody>
            <a:bodyPr wrap="none" rtlCol="0">
              <a:spAutoFit/>
            </a:bodyPr>
            <a:lstStyle/>
            <a:p>
              <a:pPr algn="r">
                <a:lnSpc>
                  <a:spcPct val="120000"/>
                </a:lnSpc>
              </a:pPr>
              <a:r>
                <a:rPr lang="en-US" altLang="zh-CN" sz="700" dirty="0">
                  <a:latin typeface="+mj-lt"/>
                </a:rPr>
                <a:t>vivo</a:t>
              </a:r>
              <a:endParaRPr lang="zh-CN" altLang="en-US" sz="700" dirty="0">
                <a:latin typeface="+mj-lt"/>
              </a:endParaRPr>
            </a:p>
          </p:txBody>
        </p:sp>
        <p:sp>
          <p:nvSpPr>
            <p:cNvPr id="69" name="矩形 68"/>
            <p:cNvSpPr/>
            <p:nvPr userDrawn="1"/>
          </p:nvSpPr>
          <p:spPr>
            <a:xfrm>
              <a:off x="-252108" y="612040"/>
              <a:ext cx="180000" cy="180000"/>
            </a:xfrm>
            <a:prstGeom prst="rect">
              <a:avLst/>
            </a:prstGeom>
            <a:solidFill>
              <a:srgbClr val="00B050"/>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sz="1200" dirty="0">
                <a:solidFill>
                  <a:schemeClr val="tx1"/>
                </a:solidFill>
              </a:endParaRPr>
            </a:p>
          </p:txBody>
        </p:sp>
        <p:sp>
          <p:nvSpPr>
            <p:cNvPr id="70" name="矩形 69"/>
            <p:cNvSpPr/>
            <p:nvPr userDrawn="1"/>
          </p:nvSpPr>
          <p:spPr>
            <a:xfrm>
              <a:off x="-252108" y="868958"/>
              <a:ext cx="180000" cy="180000"/>
            </a:xfrm>
            <a:prstGeom prst="rect">
              <a:avLst/>
            </a:prstGeom>
            <a:solidFill>
              <a:srgbClr val="C00000"/>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sz="1200" dirty="0">
                <a:solidFill>
                  <a:schemeClr val="tx1"/>
                </a:solidFill>
              </a:endParaRPr>
            </a:p>
          </p:txBody>
        </p:sp>
        <p:sp>
          <p:nvSpPr>
            <p:cNvPr id="71" name="文本框 70"/>
            <p:cNvSpPr txBox="1"/>
            <p:nvPr userDrawn="1"/>
          </p:nvSpPr>
          <p:spPr>
            <a:xfrm>
              <a:off x="-616006" y="850970"/>
              <a:ext cx="364202" cy="213392"/>
            </a:xfrm>
            <a:prstGeom prst="rect">
              <a:avLst/>
            </a:prstGeom>
            <a:noFill/>
          </p:spPr>
          <p:txBody>
            <a:bodyPr wrap="none" rtlCol="0">
              <a:spAutoFit/>
            </a:bodyPr>
            <a:lstStyle/>
            <a:p>
              <a:pPr algn="r">
                <a:lnSpc>
                  <a:spcPct val="120000"/>
                </a:lnSpc>
              </a:pPr>
              <a:r>
                <a:rPr lang="zh-CN" altLang="en-US" sz="700" dirty="0">
                  <a:latin typeface="+mj-lt"/>
                </a:rPr>
                <a:t>华为</a:t>
              </a:r>
              <a:endParaRPr lang="zh-CN" altLang="en-US" sz="700" dirty="0">
                <a:latin typeface="+mj-lt"/>
              </a:endParaRPr>
            </a:p>
          </p:txBody>
        </p:sp>
        <p:sp>
          <p:nvSpPr>
            <p:cNvPr id="72" name="矩形 71"/>
            <p:cNvSpPr/>
            <p:nvPr userDrawn="1"/>
          </p:nvSpPr>
          <p:spPr>
            <a:xfrm>
              <a:off x="-252108" y="1113423"/>
              <a:ext cx="180000" cy="180000"/>
            </a:xfrm>
            <a:prstGeom prst="rect">
              <a:avLst/>
            </a:prstGeom>
            <a:solidFill>
              <a:srgbClr val="DAA6A6"/>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sz="1200" dirty="0">
                <a:solidFill>
                  <a:schemeClr val="tx1"/>
                </a:solidFill>
              </a:endParaRPr>
            </a:p>
          </p:txBody>
        </p:sp>
        <p:sp>
          <p:nvSpPr>
            <p:cNvPr id="73" name="文本框 72"/>
            <p:cNvSpPr txBox="1"/>
            <p:nvPr userDrawn="1"/>
          </p:nvSpPr>
          <p:spPr>
            <a:xfrm>
              <a:off x="-616310" y="1085416"/>
              <a:ext cx="364202" cy="221599"/>
            </a:xfrm>
            <a:prstGeom prst="rect">
              <a:avLst/>
            </a:prstGeom>
            <a:noFill/>
          </p:spPr>
          <p:txBody>
            <a:bodyPr wrap="none" rtlCol="0">
              <a:spAutoFit/>
            </a:bodyPr>
            <a:lstStyle/>
            <a:p>
              <a:pPr algn="r">
                <a:lnSpc>
                  <a:spcPct val="120000"/>
                </a:lnSpc>
              </a:pPr>
              <a:r>
                <a:rPr lang="zh-CN" altLang="en-US" sz="700" dirty="0">
                  <a:latin typeface="+mj-lt"/>
                </a:rPr>
                <a:t>荣耀</a:t>
              </a:r>
              <a:endParaRPr lang="zh-CN" altLang="en-US" sz="700" dirty="0">
                <a:latin typeface="+mj-lt"/>
              </a:endParaRPr>
            </a:p>
          </p:txBody>
        </p:sp>
        <p:sp>
          <p:nvSpPr>
            <p:cNvPr id="74" name="矩形 73"/>
            <p:cNvSpPr/>
            <p:nvPr userDrawn="1"/>
          </p:nvSpPr>
          <p:spPr>
            <a:xfrm>
              <a:off x="-252108" y="1362262"/>
              <a:ext cx="180000" cy="180000"/>
            </a:xfrm>
            <a:prstGeom prst="rect">
              <a:avLst/>
            </a:prstGeom>
            <a:solidFill>
              <a:srgbClr val="FF4D03"/>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sz="1200" dirty="0">
                <a:solidFill>
                  <a:schemeClr val="tx1"/>
                </a:solidFill>
              </a:endParaRPr>
            </a:p>
          </p:txBody>
        </p:sp>
        <p:sp>
          <p:nvSpPr>
            <p:cNvPr id="75" name="文本框 74"/>
            <p:cNvSpPr txBox="1"/>
            <p:nvPr userDrawn="1"/>
          </p:nvSpPr>
          <p:spPr>
            <a:xfrm>
              <a:off x="-668103" y="1340450"/>
              <a:ext cx="415498" cy="213392"/>
            </a:xfrm>
            <a:prstGeom prst="rect">
              <a:avLst/>
            </a:prstGeom>
            <a:noFill/>
          </p:spPr>
          <p:txBody>
            <a:bodyPr wrap="square" rtlCol="0">
              <a:spAutoFit/>
            </a:bodyPr>
            <a:lstStyle/>
            <a:p>
              <a:pPr algn="r">
                <a:lnSpc>
                  <a:spcPct val="120000"/>
                </a:lnSpc>
              </a:pPr>
              <a:r>
                <a:rPr lang="zh-CN" altLang="en-US" sz="700" dirty="0">
                  <a:latin typeface="+mj-lt"/>
                </a:rPr>
                <a:t>小米</a:t>
              </a:r>
              <a:endParaRPr lang="zh-CN" altLang="en-US" sz="700" dirty="0">
                <a:latin typeface="+mj-lt"/>
              </a:endParaRPr>
            </a:p>
          </p:txBody>
        </p:sp>
        <p:sp>
          <p:nvSpPr>
            <p:cNvPr id="76" name="矩形 75"/>
            <p:cNvSpPr/>
            <p:nvPr userDrawn="1"/>
          </p:nvSpPr>
          <p:spPr>
            <a:xfrm>
              <a:off x="-252108" y="1615605"/>
              <a:ext cx="180000" cy="180000"/>
            </a:xfrm>
            <a:prstGeom prst="rect">
              <a:avLst/>
            </a:prstGeom>
            <a:solidFill>
              <a:schemeClr val="bg1">
                <a:lumMod val="6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sz="1200" dirty="0">
                <a:solidFill>
                  <a:schemeClr val="tx1"/>
                </a:solidFill>
              </a:endParaRPr>
            </a:p>
          </p:txBody>
        </p:sp>
        <p:sp>
          <p:nvSpPr>
            <p:cNvPr id="77" name="文本框 76"/>
            <p:cNvSpPr txBox="1"/>
            <p:nvPr userDrawn="1"/>
          </p:nvSpPr>
          <p:spPr>
            <a:xfrm>
              <a:off x="-620705" y="1590300"/>
              <a:ext cx="364202" cy="221599"/>
            </a:xfrm>
            <a:prstGeom prst="rect">
              <a:avLst/>
            </a:prstGeom>
            <a:noFill/>
          </p:spPr>
          <p:txBody>
            <a:bodyPr wrap="none" rtlCol="0">
              <a:spAutoFit/>
            </a:bodyPr>
            <a:lstStyle/>
            <a:p>
              <a:pPr algn="r">
                <a:lnSpc>
                  <a:spcPct val="120000"/>
                </a:lnSpc>
              </a:pPr>
              <a:r>
                <a:rPr lang="zh-CN" altLang="en-US" sz="700" dirty="0">
                  <a:latin typeface="+mj-lt"/>
                </a:rPr>
                <a:t>苹果</a:t>
              </a:r>
              <a:endParaRPr lang="zh-CN" altLang="en-US" sz="700" dirty="0">
                <a:latin typeface="+mj-lt"/>
              </a:endParaRPr>
            </a:p>
          </p:txBody>
        </p:sp>
        <p:sp>
          <p:nvSpPr>
            <p:cNvPr id="78" name="矩形 77"/>
            <p:cNvSpPr/>
            <p:nvPr userDrawn="1"/>
          </p:nvSpPr>
          <p:spPr>
            <a:xfrm>
              <a:off x="-252108" y="1869740"/>
              <a:ext cx="180000" cy="180000"/>
            </a:xfrm>
            <a:prstGeom prst="rect">
              <a:avLst/>
            </a:prstGeom>
            <a:solidFill>
              <a:srgbClr val="0070C0"/>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sz="1200" dirty="0">
                <a:solidFill>
                  <a:schemeClr val="tx1"/>
                </a:solidFill>
              </a:endParaRPr>
            </a:p>
          </p:txBody>
        </p:sp>
        <p:sp>
          <p:nvSpPr>
            <p:cNvPr id="79" name="矩形 78"/>
            <p:cNvSpPr/>
            <p:nvPr userDrawn="1"/>
          </p:nvSpPr>
          <p:spPr>
            <a:xfrm>
              <a:off x="-252108" y="2117973"/>
              <a:ext cx="180000" cy="180000"/>
            </a:xfrm>
            <a:prstGeom prst="rect">
              <a:avLst/>
            </a:prstGeom>
            <a:solidFill>
              <a:srgbClr val="0000CC"/>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sz="1200" dirty="0">
                <a:solidFill>
                  <a:schemeClr val="tx1"/>
                </a:solidFill>
              </a:endParaRPr>
            </a:p>
          </p:txBody>
        </p:sp>
        <p:sp>
          <p:nvSpPr>
            <p:cNvPr id="80" name="文本框 79"/>
            <p:cNvSpPr txBox="1"/>
            <p:nvPr userDrawn="1"/>
          </p:nvSpPr>
          <p:spPr>
            <a:xfrm>
              <a:off x="-612412" y="1846654"/>
              <a:ext cx="364202" cy="221599"/>
            </a:xfrm>
            <a:prstGeom prst="rect">
              <a:avLst/>
            </a:prstGeom>
            <a:noFill/>
          </p:spPr>
          <p:txBody>
            <a:bodyPr wrap="none" rtlCol="0">
              <a:spAutoFit/>
            </a:bodyPr>
            <a:lstStyle/>
            <a:p>
              <a:pPr algn="r">
                <a:lnSpc>
                  <a:spcPct val="120000"/>
                </a:lnSpc>
              </a:pPr>
              <a:r>
                <a:rPr lang="zh-CN" altLang="en-US" sz="700" dirty="0">
                  <a:latin typeface="+mj-lt"/>
                </a:rPr>
                <a:t>魅族</a:t>
              </a:r>
              <a:endParaRPr lang="zh-CN" altLang="en-US" sz="700" dirty="0">
                <a:latin typeface="+mj-lt"/>
              </a:endParaRPr>
            </a:p>
          </p:txBody>
        </p:sp>
        <p:sp>
          <p:nvSpPr>
            <p:cNvPr id="81" name="文本框 80"/>
            <p:cNvSpPr txBox="1"/>
            <p:nvPr userDrawn="1"/>
          </p:nvSpPr>
          <p:spPr>
            <a:xfrm>
              <a:off x="-612412" y="2092063"/>
              <a:ext cx="364202" cy="221599"/>
            </a:xfrm>
            <a:prstGeom prst="rect">
              <a:avLst/>
            </a:prstGeom>
            <a:noFill/>
          </p:spPr>
          <p:txBody>
            <a:bodyPr wrap="none" rtlCol="0">
              <a:spAutoFit/>
            </a:bodyPr>
            <a:lstStyle/>
            <a:p>
              <a:pPr algn="r">
                <a:lnSpc>
                  <a:spcPct val="120000"/>
                </a:lnSpc>
              </a:pPr>
              <a:r>
                <a:rPr lang="zh-CN" altLang="en-US" sz="700" dirty="0">
                  <a:latin typeface="+mj-lt"/>
                </a:rPr>
                <a:t>三星</a:t>
              </a:r>
              <a:endParaRPr lang="zh-CN" altLang="en-US" sz="700" dirty="0">
                <a:latin typeface="+mj-lt"/>
              </a:endParaRPr>
            </a:p>
          </p:txBody>
        </p:sp>
        <p:sp>
          <p:nvSpPr>
            <p:cNvPr id="82" name="文本框 81"/>
            <p:cNvSpPr txBox="1"/>
            <p:nvPr userDrawn="1"/>
          </p:nvSpPr>
          <p:spPr>
            <a:xfrm>
              <a:off x="-598242" y="109246"/>
              <a:ext cx="415498" cy="258532"/>
            </a:xfrm>
            <a:prstGeom prst="rect">
              <a:avLst/>
            </a:prstGeom>
            <a:noFill/>
          </p:spPr>
          <p:txBody>
            <a:bodyPr wrap="none" rtlCol="0">
              <a:spAutoFit/>
            </a:bodyPr>
            <a:lstStyle/>
            <a:p>
              <a:pPr algn="ctr">
                <a:lnSpc>
                  <a:spcPct val="120000"/>
                </a:lnSpc>
              </a:pPr>
              <a:r>
                <a:rPr lang="zh-CN" altLang="en-US" sz="900" b="1" dirty="0">
                  <a:solidFill>
                    <a:schemeClr val="tx1"/>
                  </a:solidFill>
                  <a:latin typeface="+mn-ea"/>
                </a:rPr>
                <a:t>品牌</a:t>
              </a:r>
              <a:endParaRPr lang="zh-CN" altLang="en-US" sz="900" b="1" dirty="0">
                <a:solidFill>
                  <a:schemeClr val="tx1"/>
                </a:solidFill>
                <a:latin typeface="+mn-ea"/>
              </a:endParaRPr>
            </a:p>
          </p:txBody>
        </p:sp>
        <p:sp>
          <p:nvSpPr>
            <p:cNvPr id="83" name="矩形 82"/>
            <p:cNvSpPr/>
            <p:nvPr userDrawn="1"/>
          </p:nvSpPr>
          <p:spPr>
            <a:xfrm>
              <a:off x="-252108" y="2367482"/>
              <a:ext cx="180000" cy="180000"/>
            </a:xfrm>
            <a:prstGeom prst="rect">
              <a:avLst/>
            </a:prstGeom>
            <a:solidFill>
              <a:srgbClr val="002060"/>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sz="1200" dirty="0">
                <a:solidFill>
                  <a:schemeClr val="tx1"/>
                </a:solidFill>
              </a:endParaRPr>
            </a:p>
          </p:txBody>
        </p:sp>
        <p:sp>
          <p:nvSpPr>
            <p:cNvPr id="84" name="文本框 83"/>
            <p:cNvSpPr txBox="1"/>
            <p:nvPr userDrawn="1"/>
          </p:nvSpPr>
          <p:spPr>
            <a:xfrm>
              <a:off x="-616310" y="2346490"/>
              <a:ext cx="364202" cy="221599"/>
            </a:xfrm>
            <a:prstGeom prst="rect">
              <a:avLst/>
            </a:prstGeom>
            <a:noFill/>
          </p:spPr>
          <p:txBody>
            <a:bodyPr wrap="none" rtlCol="0">
              <a:spAutoFit/>
            </a:bodyPr>
            <a:lstStyle/>
            <a:p>
              <a:pPr algn="r">
                <a:lnSpc>
                  <a:spcPct val="120000"/>
                </a:lnSpc>
              </a:pPr>
              <a:r>
                <a:rPr lang="zh-CN" altLang="en-US" sz="700" dirty="0">
                  <a:latin typeface="+mj-lt"/>
                </a:rPr>
                <a:t>其它</a:t>
              </a:r>
              <a:endParaRPr lang="zh-CN" altLang="en-US" sz="700" dirty="0">
                <a:latin typeface="+mj-lt"/>
              </a:endParaRPr>
            </a:p>
          </p:txBody>
        </p:sp>
        <p:sp>
          <p:nvSpPr>
            <p:cNvPr id="85" name="文本框 84"/>
            <p:cNvSpPr txBox="1"/>
            <p:nvPr userDrawn="1"/>
          </p:nvSpPr>
          <p:spPr>
            <a:xfrm>
              <a:off x="-605626" y="2706799"/>
              <a:ext cx="415498" cy="258532"/>
            </a:xfrm>
            <a:prstGeom prst="rect">
              <a:avLst/>
            </a:prstGeom>
            <a:noFill/>
          </p:spPr>
          <p:txBody>
            <a:bodyPr wrap="none" rtlCol="0">
              <a:spAutoFit/>
            </a:bodyPr>
            <a:lstStyle/>
            <a:p>
              <a:pPr algn="ctr">
                <a:lnSpc>
                  <a:spcPct val="120000"/>
                </a:lnSpc>
              </a:pPr>
              <a:r>
                <a:rPr lang="zh-CN" altLang="en-US" sz="900" b="1" dirty="0">
                  <a:solidFill>
                    <a:schemeClr val="tx1"/>
                  </a:solidFill>
                  <a:latin typeface="+mn-ea"/>
                </a:rPr>
                <a:t>文字</a:t>
              </a:r>
              <a:endParaRPr lang="zh-CN" altLang="en-US" sz="900" b="1" dirty="0">
                <a:solidFill>
                  <a:schemeClr val="tx1"/>
                </a:solidFill>
                <a:latin typeface="+mn-ea"/>
              </a:endParaRPr>
            </a:p>
          </p:txBody>
        </p:sp>
        <p:sp>
          <p:nvSpPr>
            <p:cNvPr id="86" name="矩形 85"/>
            <p:cNvSpPr/>
            <p:nvPr userDrawn="1"/>
          </p:nvSpPr>
          <p:spPr>
            <a:xfrm>
              <a:off x="-252108" y="2956669"/>
              <a:ext cx="180000" cy="180000"/>
            </a:xfrm>
            <a:prstGeom prst="rect">
              <a:avLst/>
            </a:prstGeom>
            <a:solidFill>
              <a:schemeClr val="tx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87" name="矩形 86"/>
            <p:cNvSpPr/>
            <p:nvPr userDrawn="1"/>
          </p:nvSpPr>
          <p:spPr>
            <a:xfrm>
              <a:off x="-252108" y="3189253"/>
              <a:ext cx="180000" cy="180000"/>
            </a:xfrm>
            <a:prstGeom prst="rect">
              <a:avLst/>
            </a:prstGeom>
            <a:solidFill>
              <a:schemeClr val="tx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88" name="矩形 87"/>
            <p:cNvSpPr/>
            <p:nvPr userDrawn="1"/>
          </p:nvSpPr>
          <p:spPr>
            <a:xfrm>
              <a:off x="-252108" y="3421837"/>
              <a:ext cx="180000" cy="180000"/>
            </a:xfrm>
            <a:prstGeom prst="rect">
              <a:avLst/>
            </a:prstGeom>
            <a:solidFill>
              <a:srgbClr val="FF0000"/>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89" name="矩形 88"/>
            <p:cNvSpPr/>
            <p:nvPr userDrawn="1"/>
          </p:nvSpPr>
          <p:spPr>
            <a:xfrm>
              <a:off x="-252108" y="5481038"/>
              <a:ext cx="180000" cy="180000"/>
            </a:xfrm>
            <a:prstGeom prst="rect">
              <a:avLst/>
            </a:prstGeom>
            <a:solidFill>
              <a:srgbClr val="0027EA"/>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90" name="矩形 89"/>
            <p:cNvSpPr/>
            <p:nvPr userDrawn="1"/>
          </p:nvSpPr>
          <p:spPr>
            <a:xfrm>
              <a:off x="-252108" y="5925491"/>
              <a:ext cx="180000" cy="180000"/>
            </a:xfrm>
            <a:prstGeom prst="rect">
              <a:avLst/>
            </a:prstGeom>
            <a:solidFill>
              <a:srgbClr val="6982FF"/>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91" name="矩形 90"/>
            <p:cNvSpPr/>
            <p:nvPr userDrawn="1"/>
          </p:nvSpPr>
          <p:spPr>
            <a:xfrm>
              <a:off x="-252108" y="6147716"/>
              <a:ext cx="180000" cy="180000"/>
            </a:xfrm>
            <a:prstGeom prst="rect">
              <a:avLst/>
            </a:prstGeom>
            <a:solidFill>
              <a:srgbClr val="8FA2FF"/>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92" name="矩形 91"/>
            <p:cNvSpPr/>
            <p:nvPr userDrawn="1"/>
          </p:nvSpPr>
          <p:spPr>
            <a:xfrm>
              <a:off x="-252108" y="5258816"/>
              <a:ext cx="180000" cy="180000"/>
            </a:xfrm>
            <a:prstGeom prst="rect">
              <a:avLst/>
            </a:prstGeom>
            <a:solidFill>
              <a:srgbClr val="001EB4"/>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93" name="矩形 92"/>
            <p:cNvSpPr/>
            <p:nvPr userDrawn="1"/>
          </p:nvSpPr>
          <p:spPr>
            <a:xfrm>
              <a:off x="-252108" y="6369941"/>
              <a:ext cx="180000" cy="180000"/>
            </a:xfrm>
            <a:prstGeom prst="rect">
              <a:avLst/>
            </a:prstGeom>
            <a:solidFill>
              <a:srgbClr val="B9C5FF"/>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94" name="文本框 93"/>
            <p:cNvSpPr txBox="1"/>
            <p:nvPr userDrawn="1"/>
          </p:nvSpPr>
          <p:spPr>
            <a:xfrm>
              <a:off x="-510408" y="5530265"/>
              <a:ext cx="261610" cy="867930"/>
            </a:xfrm>
            <a:prstGeom prst="rect">
              <a:avLst/>
            </a:prstGeom>
            <a:noFill/>
          </p:spPr>
          <p:txBody>
            <a:bodyPr wrap="none" rtlCol="0">
              <a:spAutoFit/>
            </a:bodyPr>
            <a:lstStyle/>
            <a:p>
              <a:pPr algn="ctr">
                <a:lnSpc>
                  <a:spcPct val="120000"/>
                </a:lnSpc>
              </a:pPr>
              <a:r>
                <a:rPr lang="zh-CN" altLang="en-US" sz="600" dirty="0">
                  <a:latin typeface="+mn-ea"/>
                </a:rPr>
                <a:t>高</a:t>
              </a:r>
              <a:endParaRPr lang="en-US" altLang="zh-CN" sz="600" dirty="0">
                <a:latin typeface="+mn-ea"/>
              </a:endParaRPr>
            </a:p>
            <a:p>
              <a:pPr algn="ctr">
                <a:lnSpc>
                  <a:spcPct val="120000"/>
                </a:lnSpc>
              </a:pPr>
              <a:r>
                <a:rPr lang="zh-CN" altLang="en-US" sz="600" dirty="0">
                  <a:latin typeface="+mn-ea"/>
                </a:rPr>
                <a:t>↑</a:t>
              </a:r>
              <a:endParaRPr lang="en-US" altLang="zh-CN" sz="600" dirty="0">
                <a:latin typeface="+mn-ea"/>
              </a:endParaRPr>
            </a:p>
            <a:p>
              <a:pPr algn="ctr">
                <a:lnSpc>
                  <a:spcPct val="120000"/>
                </a:lnSpc>
              </a:pPr>
              <a:endParaRPr lang="en-US" altLang="zh-CN" sz="600" dirty="0">
                <a:latin typeface="+mn-ea"/>
              </a:endParaRPr>
            </a:p>
            <a:p>
              <a:pPr algn="ctr">
                <a:lnSpc>
                  <a:spcPct val="120000"/>
                </a:lnSpc>
              </a:pPr>
              <a:endParaRPr lang="en-US" altLang="zh-CN" sz="600" dirty="0">
                <a:latin typeface="+mn-ea"/>
              </a:endParaRPr>
            </a:p>
            <a:p>
              <a:pPr algn="ctr">
                <a:lnSpc>
                  <a:spcPct val="120000"/>
                </a:lnSpc>
              </a:pPr>
              <a:endParaRPr lang="en-US" altLang="zh-CN" sz="600" dirty="0">
                <a:latin typeface="+mn-ea"/>
              </a:endParaRPr>
            </a:p>
            <a:p>
              <a:pPr algn="ctr">
                <a:lnSpc>
                  <a:spcPct val="120000"/>
                </a:lnSpc>
              </a:pPr>
              <a:r>
                <a:rPr lang="zh-CN" altLang="en-US" sz="600" dirty="0">
                  <a:latin typeface="+mn-ea"/>
                </a:rPr>
                <a:t>↓</a:t>
              </a:r>
              <a:endParaRPr lang="en-US" altLang="zh-CN" sz="600" dirty="0">
                <a:latin typeface="+mn-ea"/>
              </a:endParaRPr>
            </a:p>
            <a:p>
              <a:pPr algn="ctr">
                <a:lnSpc>
                  <a:spcPct val="120000"/>
                </a:lnSpc>
              </a:pPr>
              <a:r>
                <a:rPr lang="zh-CN" altLang="en-US" sz="600" dirty="0">
                  <a:latin typeface="+mn-ea"/>
                </a:rPr>
                <a:t>低</a:t>
              </a:r>
              <a:endParaRPr lang="zh-CN" altLang="en-US" sz="600" dirty="0">
                <a:latin typeface="+mn-ea"/>
              </a:endParaRPr>
            </a:p>
          </p:txBody>
        </p:sp>
        <p:sp>
          <p:nvSpPr>
            <p:cNvPr id="95" name="文本框 94"/>
            <p:cNvSpPr txBox="1"/>
            <p:nvPr userDrawn="1"/>
          </p:nvSpPr>
          <p:spPr>
            <a:xfrm>
              <a:off x="-649887" y="5014285"/>
              <a:ext cx="469835" cy="258532"/>
            </a:xfrm>
            <a:prstGeom prst="rect">
              <a:avLst/>
            </a:prstGeom>
            <a:noFill/>
          </p:spPr>
          <p:txBody>
            <a:bodyPr wrap="square" rtlCol="0">
              <a:spAutoFit/>
            </a:bodyPr>
            <a:lstStyle/>
            <a:p>
              <a:pPr algn="ctr">
                <a:lnSpc>
                  <a:spcPct val="120000"/>
                </a:lnSpc>
              </a:pPr>
              <a:r>
                <a:rPr lang="zh-CN" altLang="en-US" sz="900" b="1" dirty="0">
                  <a:solidFill>
                    <a:schemeClr val="tx1"/>
                  </a:solidFill>
                  <a:latin typeface="+mn-ea"/>
                </a:rPr>
                <a:t>程度</a:t>
              </a:r>
              <a:endParaRPr lang="zh-CN" altLang="en-US" sz="900" b="1" dirty="0">
                <a:solidFill>
                  <a:schemeClr val="tx1"/>
                </a:solidFill>
                <a:latin typeface="+mn-ea"/>
              </a:endParaRPr>
            </a:p>
          </p:txBody>
        </p:sp>
        <p:sp>
          <p:nvSpPr>
            <p:cNvPr id="96" name="矩形 95"/>
            <p:cNvSpPr/>
            <p:nvPr userDrawn="1"/>
          </p:nvSpPr>
          <p:spPr>
            <a:xfrm>
              <a:off x="-252108" y="5703266"/>
              <a:ext cx="180000" cy="180000"/>
            </a:xfrm>
            <a:prstGeom prst="rect">
              <a:avLst/>
            </a:prstGeom>
            <a:solidFill>
              <a:srgbClr val="415FFF"/>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97" name="矩形 96"/>
            <p:cNvSpPr/>
            <p:nvPr userDrawn="1"/>
          </p:nvSpPr>
          <p:spPr>
            <a:xfrm>
              <a:off x="-252108" y="6592169"/>
              <a:ext cx="180000" cy="180000"/>
            </a:xfrm>
            <a:prstGeom prst="rect">
              <a:avLst/>
            </a:prstGeom>
            <a:solidFill>
              <a:srgbClr val="D9DFFF"/>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98" name="文本框 97"/>
            <p:cNvSpPr txBox="1"/>
            <p:nvPr userDrawn="1"/>
          </p:nvSpPr>
          <p:spPr>
            <a:xfrm>
              <a:off x="-598988" y="3738001"/>
              <a:ext cx="415498" cy="258532"/>
            </a:xfrm>
            <a:prstGeom prst="rect">
              <a:avLst/>
            </a:prstGeom>
            <a:noFill/>
          </p:spPr>
          <p:txBody>
            <a:bodyPr wrap="none" rtlCol="0">
              <a:spAutoFit/>
            </a:bodyPr>
            <a:lstStyle/>
            <a:p>
              <a:pPr algn="ctr">
                <a:lnSpc>
                  <a:spcPct val="120000"/>
                </a:lnSpc>
              </a:pPr>
              <a:r>
                <a:rPr lang="zh-CN" altLang="en-US" sz="900" b="1" dirty="0">
                  <a:solidFill>
                    <a:schemeClr val="tx1"/>
                  </a:solidFill>
                  <a:latin typeface="+mn-ea"/>
                </a:rPr>
                <a:t>图表</a:t>
              </a:r>
              <a:endParaRPr lang="zh-CN" altLang="en-US" sz="900" b="1" dirty="0">
                <a:solidFill>
                  <a:schemeClr val="tx1"/>
                </a:solidFill>
                <a:latin typeface="+mn-ea"/>
              </a:endParaRPr>
            </a:p>
          </p:txBody>
        </p:sp>
        <p:sp>
          <p:nvSpPr>
            <p:cNvPr id="99" name="矩形 98"/>
            <p:cNvSpPr/>
            <p:nvPr userDrawn="1"/>
          </p:nvSpPr>
          <p:spPr>
            <a:xfrm>
              <a:off x="-252108" y="3991334"/>
              <a:ext cx="180000" cy="180000"/>
            </a:xfrm>
            <a:prstGeom prst="rect">
              <a:avLst/>
            </a:prstGeom>
            <a:solidFill>
              <a:srgbClr val="415FFF"/>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sz="1200" dirty="0">
                <a:solidFill>
                  <a:schemeClr val="tx1"/>
                </a:solidFill>
              </a:endParaRPr>
            </a:p>
          </p:txBody>
        </p:sp>
        <p:sp>
          <p:nvSpPr>
            <p:cNvPr id="100" name="矩形 99"/>
            <p:cNvSpPr/>
            <p:nvPr userDrawn="1"/>
          </p:nvSpPr>
          <p:spPr>
            <a:xfrm>
              <a:off x="-252108" y="4223918"/>
              <a:ext cx="180000" cy="180000"/>
            </a:xfrm>
            <a:prstGeom prst="rect">
              <a:avLst/>
            </a:prstGeom>
            <a:solidFill>
              <a:schemeClr val="accent1">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sz="1200" dirty="0">
                <a:solidFill>
                  <a:schemeClr val="tx1"/>
                </a:solidFill>
              </a:endParaRPr>
            </a:p>
          </p:txBody>
        </p:sp>
        <p:sp>
          <p:nvSpPr>
            <p:cNvPr id="101" name="矩形 100"/>
            <p:cNvSpPr/>
            <p:nvPr userDrawn="1"/>
          </p:nvSpPr>
          <p:spPr>
            <a:xfrm>
              <a:off x="-252108" y="4456502"/>
              <a:ext cx="180000" cy="180000"/>
            </a:xfrm>
            <a:prstGeom prst="rect">
              <a:avLst/>
            </a:prstGeom>
            <a:solidFill>
              <a:schemeClr val="accent3">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sz="1200" dirty="0">
                <a:solidFill>
                  <a:schemeClr val="tx1"/>
                </a:solidFill>
              </a:endParaRPr>
            </a:p>
          </p:txBody>
        </p:sp>
        <p:sp>
          <p:nvSpPr>
            <p:cNvPr id="102" name="矩形 101"/>
            <p:cNvSpPr/>
            <p:nvPr userDrawn="1"/>
          </p:nvSpPr>
          <p:spPr>
            <a:xfrm>
              <a:off x="-252108" y="4720778"/>
              <a:ext cx="180000" cy="180000"/>
            </a:xfrm>
            <a:prstGeom prst="rect">
              <a:avLst/>
            </a:prstGeom>
            <a:solidFill>
              <a:srgbClr val="FF0000"/>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sz="1200" dirty="0">
                <a:solidFill>
                  <a:schemeClr val="tx1"/>
                </a:solidFill>
              </a:endParaRPr>
            </a:p>
          </p:txBody>
        </p:sp>
        <p:sp>
          <p:nvSpPr>
            <p:cNvPr id="103" name="文本框 102"/>
            <p:cNvSpPr txBox="1"/>
            <p:nvPr userDrawn="1"/>
          </p:nvSpPr>
          <p:spPr>
            <a:xfrm>
              <a:off x="-624862" y="3968705"/>
              <a:ext cx="364202" cy="221599"/>
            </a:xfrm>
            <a:prstGeom prst="rect">
              <a:avLst/>
            </a:prstGeom>
            <a:noFill/>
          </p:spPr>
          <p:txBody>
            <a:bodyPr wrap="none" rtlCol="0">
              <a:spAutoFit/>
            </a:bodyPr>
            <a:lstStyle/>
            <a:p>
              <a:pPr algn="r">
                <a:lnSpc>
                  <a:spcPct val="120000"/>
                </a:lnSpc>
              </a:pPr>
              <a:r>
                <a:rPr lang="zh-CN" altLang="en-US" sz="700" dirty="0">
                  <a:latin typeface="+mj-lt"/>
                </a:rPr>
                <a:t>主色</a:t>
              </a:r>
              <a:endParaRPr lang="zh-CN" altLang="en-US" sz="700" dirty="0">
                <a:latin typeface="+mj-lt"/>
              </a:endParaRPr>
            </a:p>
          </p:txBody>
        </p:sp>
        <p:sp>
          <p:nvSpPr>
            <p:cNvPr id="104" name="文本框 103"/>
            <p:cNvSpPr txBox="1"/>
            <p:nvPr userDrawn="1"/>
          </p:nvSpPr>
          <p:spPr>
            <a:xfrm>
              <a:off x="-710473" y="4202227"/>
              <a:ext cx="453970" cy="221599"/>
            </a:xfrm>
            <a:prstGeom prst="rect">
              <a:avLst/>
            </a:prstGeom>
            <a:noFill/>
          </p:spPr>
          <p:txBody>
            <a:bodyPr wrap="none" rtlCol="0">
              <a:spAutoFit/>
            </a:bodyPr>
            <a:lstStyle/>
            <a:p>
              <a:pPr algn="r">
                <a:lnSpc>
                  <a:spcPct val="120000"/>
                </a:lnSpc>
              </a:pPr>
              <a:r>
                <a:rPr lang="zh-CN" altLang="en-US" sz="700" dirty="0">
                  <a:latin typeface="+mj-lt"/>
                </a:rPr>
                <a:t>辅助色</a:t>
              </a:r>
              <a:endParaRPr lang="zh-CN" altLang="en-US" sz="700" dirty="0">
                <a:latin typeface="+mj-lt"/>
              </a:endParaRPr>
            </a:p>
          </p:txBody>
        </p:sp>
        <p:sp>
          <p:nvSpPr>
            <p:cNvPr id="105" name="文本框 104"/>
            <p:cNvSpPr txBox="1"/>
            <p:nvPr userDrawn="1"/>
          </p:nvSpPr>
          <p:spPr>
            <a:xfrm>
              <a:off x="-710473" y="4433733"/>
              <a:ext cx="453970" cy="221599"/>
            </a:xfrm>
            <a:prstGeom prst="rect">
              <a:avLst/>
            </a:prstGeom>
            <a:noFill/>
          </p:spPr>
          <p:txBody>
            <a:bodyPr wrap="none" rtlCol="0">
              <a:spAutoFit/>
            </a:bodyPr>
            <a:lstStyle/>
            <a:p>
              <a:pPr algn="r">
                <a:lnSpc>
                  <a:spcPct val="120000"/>
                </a:lnSpc>
              </a:pPr>
              <a:r>
                <a:rPr lang="zh-CN" altLang="en-US" sz="700" dirty="0">
                  <a:latin typeface="+mj-lt"/>
                </a:rPr>
                <a:t>点睛色</a:t>
              </a:r>
              <a:endParaRPr lang="zh-CN" altLang="en-US" sz="700" dirty="0">
                <a:latin typeface="+mj-lt"/>
              </a:endParaRPr>
            </a:p>
          </p:txBody>
        </p:sp>
        <p:sp>
          <p:nvSpPr>
            <p:cNvPr id="106" name="文本框 105"/>
            <p:cNvSpPr txBox="1"/>
            <p:nvPr userDrawn="1"/>
          </p:nvSpPr>
          <p:spPr>
            <a:xfrm>
              <a:off x="-705635" y="4695617"/>
              <a:ext cx="453970" cy="221599"/>
            </a:xfrm>
            <a:prstGeom prst="rect">
              <a:avLst/>
            </a:prstGeom>
            <a:noFill/>
          </p:spPr>
          <p:txBody>
            <a:bodyPr wrap="none" rtlCol="0">
              <a:spAutoFit/>
            </a:bodyPr>
            <a:lstStyle/>
            <a:p>
              <a:pPr algn="r">
                <a:lnSpc>
                  <a:spcPct val="120000"/>
                </a:lnSpc>
              </a:pPr>
              <a:r>
                <a:rPr lang="zh-CN" altLang="en-US" sz="700" dirty="0">
                  <a:latin typeface="+mj-lt"/>
                </a:rPr>
                <a:t>点睛色</a:t>
              </a:r>
              <a:endParaRPr lang="zh-CN" altLang="en-US" sz="700" dirty="0">
                <a:latin typeface="+mj-lt"/>
              </a:endParaRPr>
            </a:p>
          </p:txBody>
        </p:sp>
      </p:grpSp>
      <p:sp>
        <p:nvSpPr>
          <p:cNvPr id="52" name="文本占位符 18"/>
          <p:cNvSpPr txBox="1"/>
          <p:nvPr userDrawn="1"/>
        </p:nvSpPr>
        <p:spPr>
          <a:xfrm>
            <a:off x="10112223" y="805252"/>
            <a:ext cx="2496217" cy="215444"/>
          </a:xfrm>
          <a:prstGeom prst="rect">
            <a:avLst/>
          </a:prstGeom>
        </p:spPr>
        <p:txBody>
          <a:bodyPr wrap="square">
            <a:spAutoFit/>
          </a:bodyPr>
          <a:lstStyle>
            <a:lvl1pPr marL="0" indent="0" algn="l" defTabSz="914400" rtl="0" eaLnBrk="1" latinLnBrk="0" hangingPunct="1">
              <a:lnSpc>
                <a:spcPct val="100000"/>
              </a:lnSpc>
              <a:spcBef>
                <a:spcPts val="1000"/>
              </a:spcBef>
              <a:buFont typeface="Arial" panose="020B0604020202020204" pitchFamily="34" charset="0"/>
              <a:buNone/>
              <a:defRPr sz="1400" b="0" kern="1200">
                <a:solidFill>
                  <a:schemeClr val="bg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800" dirty="0">
                <a:solidFill>
                  <a:schemeClr val="bg1">
                    <a:lumMod val="50000"/>
                  </a:schemeClr>
                </a:solidFill>
              </a:rPr>
              <a:t>移动网络赛道</a:t>
            </a:r>
            <a:endParaRPr lang="zh-CN" altLang="en-US" sz="800" dirty="0">
              <a:solidFill>
                <a:schemeClr val="bg1">
                  <a:lumMod val="50000"/>
                </a:schemeClr>
              </a:solidFill>
            </a:endParaRPr>
          </a:p>
        </p:txBody>
      </p:sp>
      <p:sp>
        <p:nvSpPr>
          <p:cNvPr id="54" name="文本占位符 18"/>
          <p:cNvSpPr>
            <a:spLocks noGrp="1"/>
          </p:cNvSpPr>
          <p:nvPr>
            <p:ph type="body" sz="quarter" idx="11" hasCustomPrompt="1"/>
          </p:nvPr>
        </p:nvSpPr>
        <p:spPr>
          <a:xfrm>
            <a:off x="228000" y="6563883"/>
            <a:ext cx="11736000" cy="216982"/>
          </a:xfrm>
          <a:prstGeom prst="rect">
            <a:avLst/>
          </a:prstGeom>
        </p:spPr>
        <p:txBody>
          <a:bodyPr wrap="square" anchor="ctr" anchorCtr="0">
            <a:spAutoFit/>
          </a:bodyPr>
          <a:lstStyle>
            <a:lvl1pPr marL="0" indent="0">
              <a:buNone/>
              <a:defRPr sz="900"/>
            </a:lvl1pPr>
          </a:lstStyle>
          <a:p>
            <a:pPr lvl="0"/>
            <a:r>
              <a:rPr lang="zh-CN" altLang="en-US" dirty="0"/>
              <a:t>本页的数据</a:t>
            </a:r>
            <a:r>
              <a:rPr lang="en-US" altLang="zh-CN" dirty="0"/>
              <a:t>/</a:t>
            </a:r>
            <a:r>
              <a:rPr lang="zh-CN" altLang="en-US" dirty="0"/>
              <a:t>资料来源、备注</a:t>
            </a:r>
            <a:endParaRPr lang="zh-CN" altLang="en-US" dirty="0"/>
          </a:p>
        </p:txBody>
      </p:sp>
      <p:sp>
        <p:nvSpPr>
          <p:cNvPr id="3" name="标题 3"/>
          <p:cNvSpPr>
            <a:spLocks noGrp="1"/>
          </p:cNvSpPr>
          <p:nvPr>
            <p:ph type="title" hasCustomPrompt="1"/>
          </p:nvPr>
        </p:nvSpPr>
        <p:spPr>
          <a:xfrm>
            <a:off x="228000" y="89840"/>
            <a:ext cx="10423001" cy="885600"/>
          </a:xfrm>
          <a:prstGeom prst="rect">
            <a:avLst/>
          </a:prstGeom>
        </p:spPr>
        <p:txBody>
          <a:bodyPr anchor="ctr" anchorCtr="0"/>
          <a:lstStyle>
            <a:lvl1pPr>
              <a:defRPr lang="zh-CN" altLang="en-US" sz="2400" b="1" kern="1200" dirty="0">
                <a:solidFill>
                  <a:schemeClr val="tx1"/>
                </a:solidFill>
                <a:latin typeface="+mn-lt"/>
                <a:ea typeface="+mn-ea"/>
                <a:cs typeface="+mn-cs"/>
              </a:defRPr>
            </a:lvl1pPr>
          </a:lstStyle>
          <a:p>
            <a:pPr lvl="0"/>
            <a:r>
              <a:rPr lang="zh-CN" altLang="en-US" dirty="0"/>
              <a:t>第一行页面主标题</a:t>
            </a:r>
            <a:br>
              <a:rPr lang="en-US" altLang="zh-CN" dirty="0"/>
            </a:br>
            <a:r>
              <a:rPr lang="zh-CN" altLang="en-US" dirty="0"/>
              <a:t>第二行页面主标题</a:t>
            </a:r>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纯标题-无页码">
    <p:spTree>
      <p:nvGrpSpPr>
        <p:cNvPr id="1" name=""/>
        <p:cNvGrpSpPr/>
        <p:nvPr/>
      </p:nvGrpSpPr>
      <p:grpSpPr>
        <a:xfrm>
          <a:off x="0" y="0"/>
          <a:ext cx="0" cy="0"/>
          <a:chOff x="0" y="0"/>
          <a:chExt cx="0" cy="0"/>
        </a:xfrm>
      </p:grpSpPr>
      <p:cxnSp>
        <p:nvCxnSpPr>
          <p:cNvPr id="4" name="Straight Arrow Connector 3"/>
          <p:cNvCxnSpPr/>
          <p:nvPr/>
        </p:nvCxnSpPr>
        <p:spPr>
          <a:xfrm>
            <a:off x="-1145117" y="6303964"/>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5" name="Straight Arrow Connector 4"/>
          <p:cNvCxnSpPr/>
          <p:nvPr/>
        </p:nvCxnSpPr>
        <p:spPr>
          <a:xfrm>
            <a:off x="4720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a:off x="11703051"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7" name="TextBox 12"/>
          <p:cNvSpPr txBox="1">
            <a:spLocks noChangeArrowheads="1"/>
          </p:cNvSpPr>
          <p:nvPr/>
        </p:nvSpPr>
        <p:spPr bwMode="auto">
          <a:xfrm>
            <a:off x="-2423583" y="6581776"/>
            <a:ext cx="223943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900" dirty="0">
                <a:solidFill>
                  <a:srgbClr val="FFFFFF"/>
                </a:solidFill>
              </a:rPr>
              <a:t>White markers indicate position of  Drawing Guides</a:t>
            </a:r>
            <a:endParaRPr lang="en-US" sz="900" dirty="0">
              <a:solidFill>
                <a:srgbClr val="FFFFFF"/>
              </a:solidFill>
            </a:endParaRPr>
          </a:p>
        </p:txBody>
      </p:sp>
      <p:cxnSp>
        <p:nvCxnSpPr>
          <p:cNvPr id="8" name="Straight Arrow Connector 7"/>
          <p:cNvCxnSpPr/>
          <p:nvPr/>
        </p:nvCxnSpPr>
        <p:spPr>
          <a:xfrm>
            <a:off x="-1145117" y="12588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145117" y="7635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58568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6335184"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12" name="TextBox 17"/>
          <p:cNvSpPr txBox="1">
            <a:spLocks noChangeArrowheads="1"/>
          </p:cNvSpPr>
          <p:nvPr/>
        </p:nvSpPr>
        <p:spPr bwMode="auto">
          <a:xfrm>
            <a:off x="-1255183" y="896938"/>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7.40 cm</a:t>
            </a:r>
            <a:endParaRPr lang="en-US" sz="700">
              <a:solidFill>
                <a:srgbClr val="FFFFFF"/>
              </a:solidFill>
            </a:endParaRPr>
          </a:p>
          <a:p>
            <a:pPr algn="r">
              <a:spcAft>
                <a:spcPts val="300"/>
              </a:spcAft>
            </a:pPr>
            <a:r>
              <a:rPr lang="en-US" sz="700">
                <a:solidFill>
                  <a:srgbClr val="FFFFFF"/>
                </a:solidFill>
              </a:rPr>
              <a:t>2.91 Inches</a:t>
            </a:r>
            <a:endParaRPr lang="en-US" sz="700">
              <a:solidFill>
                <a:srgbClr val="FFFFFF"/>
              </a:solidFill>
            </a:endParaRPr>
          </a:p>
        </p:txBody>
      </p:sp>
      <p:sp>
        <p:nvSpPr>
          <p:cNvPr id="13" name="TextBox 18"/>
          <p:cNvSpPr txBox="1">
            <a:spLocks noChangeArrowheads="1"/>
          </p:cNvSpPr>
          <p:nvPr/>
        </p:nvSpPr>
        <p:spPr bwMode="auto">
          <a:xfrm>
            <a:off x="-1255183" y="13779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6.00 cm</a:t>
            </a:r>
            <a:endParaRPr lang="en-US" sz="700">
              <a:solidFill>
                <a:srgbClr val="FFFFFF"/>
              </a:solidFill>
            </a:endParaRPr>
          </a:p>
          <a:p>
            <a:pPr algn="r">
              <a:spcAft>
                <a:spcPts val="300"/>
              </a:spcAft>
            </a:pPr>
            <a:r>
              <a:rPr lang="en-US" sz="700">
                <a:solidFill>
                  <a:srgbClr val="FFFFFF"/>
                </a:solidFill>
              </a:rPr>
              <a:t>2.36 Inches</a:t>
            </a:r>
            <a:endParaRPr lang="en-US" sz="700">
              <a:solidFill>
                <a:srgbClr val="FFFFFF"/>
              </a:solidFill>
            </a:endParaRPr>
          </a:p>
        </p:txBody>
      </p:sp>
      <p:sp>
        <p:nvSpPr>
          <p:cNvPr id="14" name="TextBox 19"/>
          <p:cNvSpPr txBox="1">
            <a:spLocks noChangeArrowheads="1"/>
          </p:cNvSpPr>
          <p:nvPr/>
        </p:nvSpPr>
        <p:spPr bwMode="auto">
          <a:xfrm>
            <a:off x="-1255183" y="5921375"/>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dirty="0">
                <a:solidFill>
                  <a:srgbClr val="FFFFFF"/>
                </a:solidFill>
              </a:rPr>
              <a:t>8.00 cm</a:t>
            </a:r>
            <a:endParaRPr lang="en-US" sz="700" dirty="0">
              <a:solidFill>
                <a:srgbClr val="FFFFFF"/>
              </a:solidFill>
            </a:endParaRPr>
          </a:p>
          <a:p>
            <a:pPr algn="r">
              <a:spcAft>
                <a:spcPts val="300"/>
              </a:spcAft>
            </a:pPr>
            <a:r>
              <a:rPr lang="en-US" sz="700" dirty="0">
                <a:solidFill>
                  <a:srgbClr val="FFFFFF"/>
                </a:solidFill>
              </a:rPr>
              <a:t>3.15 Inches</a:t>
            </a:r>
            <a:endParaRPr lang="en-US" sz="700" dirty="0">
              <a:solidFill>
                <a:srgbClr val="FFFFFF"/>
              </a:solidFill>
            </a:endParaRPr>
          </a:p>
        </p:txBody>
      </p:sp>
      <p:sp>
        <p:nvSpPr>
          <p:cNvPr id="15" name="TextBox 20"/>
          <p:cNvSpPr txBox="1">
            <a:spLocks noChangeArrowheads="1"/>
          </p:cNvSpPr>
          <p:nvPr/>
        </p:nvSpPr>
        <p:spPr bwMode="auto">
          <a:xfrm>
            <a:off x="4783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pPr>
            <a:r>
              <a:rPr lang="en-US" sz="700">
                <a:solidFill>
                  <a:srgbClr val="FFFFFF"/>
                </a:solidFill>
                <a:sym typeface="Wingdings" panose="05000000000000000000" pitchFamily="2" charset="2"/>
              </a:rPr>
              <a:t></a:t>
            </a:r>
            <a:r>
              <a:rPr lang="en-US" sz="700">
                <a:solidFill>
                  <a:srgbClr val="FFFFFF"/>
                </a:solidFill>
              </a:rPr>
              <a:t>11.70 cm</a:t>
            </a:r>
            <a:endParaRPr lang="en-US" sz="700">
              <a:solidFill>
                <a:srgbClr val="FFFFFF"/>
              </a:solidFill>
            </a:endParaRPr>
          </a:p>
          <a:p>
            <a:pPr>
              <a:spcAft>
                <a:spcPts val="300"/>
              </a:spcAft>
            </a:pPr>
            <a:r>
              <a:rPr lang="en-US" sz="700">
                <a:solidFill>
                  <a:srgbClr val="FFFFFF"/>
                </a:solidFill>
                <a:sym typeface="Wingdings" panose="05000000000000000000" pitchFamily="2" charset="2"/>
              </a:rPr>
              <a:t> 4.61 inches</a:t>
            </a:r>
            <a:endParaRPr lang="en-US" sz="700">
              <a:solidFill>
                <a:srgbClr val="FFFFFF"/>
              </a:solidFill>
            </a:endParaRPr>
          </a:p>
        </p:txBody>
      </p:sp>
      <p:sp>
        <p:nvSpPr>
          <p:cNvPr id="16" name="TextBox 21"/>
          <p:cNvSpPr txBox="1">
            <a:spLocks noChangeArrowheads="1"/>
          </p:cNvSpPr>
          <p:nvPr/>
        </p:nvSpPr>
        <p:spPr bwMode="auto">
          <a:xfrm>
            <a:off x="47709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0.50 cm </a:t>
            </a:r>
            <a:r>
              <a:rPr lang="en-US" sz="700">
                <a:solidFill>
                  <a:srgbClr val="FFFFFF"/>
                </a:solidFill>
                <a:sym typeface="Wingdings" panose="05000000000000000000" pitchFamily="2" charset="2"/>
              </a:rPr>
              <a:t></a:t>
            </a:r>
            <a:endParaRPr lang="en-US" sz="700">
              <a:solidFill>
                <a:srgbClr val="FFFFFF"/>
              </a:solidFill>
              <a:sym typeface="Wingdings" panose="05000000000000000000" pitchFamily="2" charset="2"/>
            </a:endParaRPr>
          </a:p>
          <a:p>
            <a:pPr algn="r">
              <a:spcAft>
                <a:spcPts val="300"/>
              </a:spcAft>
            </a:pPr>
            <a:r>
              <a:rPr lang="en-US" sz="700">
                <a:solidFill>
                  <a:srgbClr val="FFFFFF"/>
                </a:solidFill>
                <a:sym typeface="Wingdings" panose="05000000000000000000" pitchFamily="2" charset="2"/>
              </a:rPr>
              <a:t>0.2 inches </a:t>
            </a:r>
            <a:endParaRPr lang="en-US" sz="700">
              <a:solidFill>
                <a:srgbClr val="FFFFFF"/>
              </a:solidFill>
            </a:endParaRPr>
          </a:p>
        </p:txBody>
      </p:sp>
      <p:sp>
        <p:nvSpPr>
          <p:cNvPr id="17" name="TextBox 22"/>
          <p:cNvSpPr txBox="1">
            <a:spLocks noChangeArrowheads="1"/>
          </p:cNvSpPr>
          <p:nvPr/>
        </p:nvSpPr>
        <p:spPr bwMode="auto">
          <a:xfrm>
            <a:off x="6350001"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buFont typeface="Wingdings" panose="05000000000000000000" pitchFamily="2" charset="2"/>
              <a:buChar char="ß"/>
            </a:pPr>
            <a:r>
              <a:rPr lang="en-US" sz="700">
                <a:solidFill>
                  <a:srgbClr val="FFFFFF"/>
                </a:solidFill>
              </a:rPr>
              <a:t>0.50 cm</a:t>
            </a:r>
            <a:endParaRPr lang="en-US" sz="700">
              <a:solidFill>
                <a:srgbClr val="FFFFFF"/>
              </a:solidFill>
            </a:endParaRPr>
          </a:p>
          <a:p>
            <a:pPr>
              <a:spcAft>
                <a:spcPts val="300"/>
              </a:spcAft>
            </a:pPr>
            <a:r>
              <a:rPr lang="en-US" sz="700">
                <a:solidFill>
                  <a:srgbClr val="FFFFFF"/>
                </a:solidFill>
                <a:sym typeface="Wingdings" panose="05000000000000000000" pitchFamily="2" charset="2"/>
              </a:rPr>
              <a:t> 0.2 inches</a:t>
            </a:r>
            <a:endParaRPr lang="en-US" sz="700">
              <a:solidFill>
                <a:srgbClr val="FFFFFF"/>
              </a:solidFill>
            </a:endParaRPr>
          </a:p>
        </p:txBody>
      </p:sp>
      <p:sp>
        <p:nvSpPr>
          <p:cNvPr id="18" name="TextBox 23"/>
          <p:cNvSpPr txBox="1">
            <a:spLocks noChangeArrowheads="1"/>
          </p:cNvSpPr>
          <p:nvPr/>
        </p:nvSpPr>
        <p:spPr bwMode="auto">
          <a:xfrm>
            <a:off x="10627785"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11.70 cm </a:t>
            </a:r>
            <a:r>
              <a:rPr lang="en-US" sz="700">
                <a:solidFill>
                  <a:srgbClr val="FFFFFF"/>
                </a:solidFill>
                <a:sym typeface="Wingdings" panose="05000000000000000000" pitchFamily="2" charset="2"/>
              </a:rPr>
              <a:t></a:t>
            </a:r>
            <a:endParaRPr lang="en-US" sz="700">
              <a:solidFill>
                <a:srgbClr val="FFFFFF"/>
              </a:solidFill>
            </a:endParaRPr>
          </a:p>
          <a:p>
            <a:pPr algn="r">
              <a:spcAft>
                <a:spcPts val="300"/>
              </a:spcAft>
            </a:pPr>
            <a:r>
              <a:rPr lang="en-US" sz="700">
                <a:solidFill>
                  <a:srgbClr val="FFFFFF"/>
                </a:solidFill>
                <a:sym typeface="Wingdings" panose="05000000000000000000" pitchFamily="2" charset="2"/>
              </a:rPr>
              <a:t> 4.61 inches </a:t>
            </a:r>
            <a:endParaRPr lang="en-US" sz="700">
              <a:solidFill>
                <a:srgbClr val="FFFFFF"/>
              </a:solidFill>
            </a:endParaRPr>
          </a:p>
        </p:txBody>
      </p:sp>
      <p:cxnSp>
        <p:nvCxnSpPr>
          <p:cNvPr id="19" name="Straight Arrow Connector 18"/>
          <p:cNvCxnSpPr/>
          <p:nvPr/>
        </p:nvCxnSpPr>
        <p:spPr>
          <a:xfrm rot="5400000" flipH="1" flipV="1">
            <a:off x="-296863" y="1308630"/>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rot="5400000" flipH="1" flipV="1">
            <a:off x="-296863" y="811743"/>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rot="5400000" flipH="1" flipV="1">
            <a:off x="-296863" y="6240993"/>
            <a:ext cx="92075" cy="2117"/>
          </a:xfrm>
          <a:prstGeom prst="straightConnector1">
            <a:avLst/>
          </a:prstGeom>
          <a:ln w="3175">
            <a:solidFill>
              <a:schemeClr val="bg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22" name="AutoShape 4"/>
          <p:cNvSpPr/>
          <p:nvPr/>
        </p:nvSpPr>
        <p:spPr bwMode="gray">
          <a:xfrm>
            <a:off x="-2055284" y="0"/>
            <a:ext cx="1871133" cy="584775"/>
          </a:xfrm>
          <a:prstGeom prst="rect">
            <a:avLst/>
          </a:prstGeom>
          <a:noFill/>
          <a:ln w="12700" algn="ctr">
            <a:noFill/>
            <a:miter lim="800000"/>
          </a:ln>
          <a:effectLst/>
        </p:spPr>
        <p:txBody>
          <a:bodyPr lIns="0" tIns="0" rIns="0" bIns="0">
            <a:spAutoFit/>
          </a:bodyPr>
          <a:lstStyle/>
          <a:p>
            <a:pPr>
              <a:defRPr/>
            </a:pPr>
            <a:r>
              <a:rPr lang="en-US" sz="700" b="1" dirty="0">
                <a:solidFill>
                  <a:srgbClr val="FFFFFF"/>
                </a:solidFill>
              </a:rPr>
              <a:t>To view  drawing guides:</a:t>
            </a:r>
            <a:endParaRPr lang="en-US" sz="700" b="1" dirty="0">
              <a:solidFill>
                <a:srgbClr val="FFFFFF"/>
              </a:solidFill>
            </a:endParaRPr>
          </a:p>
          <a:p>
            <a:pPr>
              <a:defRPr/>
            </a:pPr>
            <a:endParaRPr lang="en-US" sz="300" b="1" dirty="0">
              <a:solidFill>
                <a:srgbClr val="FFFFFF"/>
              </a:solidFill>
            </a:endParaRPr>
          </a:p>
          <a:p>
            <a:pPr marL="180975" indent="-180975">
              <a:buFont typeface="+mj-lt"/>
              <a:buAutoNum type="arabicPeriod"/>
              <a:defRPr/>
            </a:pPr>
            <a:r>
              <a:rPr lang="en-US" sz="700" dirty="0">
                <a:solidFill>
                  <a:srgbClr val="FFFFFF"/>
                </a:solidFill>
              </a:rPr>
              <a:t>Right-click on slide and select ’Grid and Guides...’</a:t>
            </a:r>
            <a:endParaRPr lang="en-US" sz="700" dirty="0">
              <a:solidFill>
                <a:srgbClr val="FFFFFF"/>
              </a:solidFill>
            </a:endParaRPr>
          </a:p>
          <a:p>
            <a:pPr marL="180975" indent="-180975">
              <a:buFont typeface="+mj-lt"/>
              <a:buAutoNum type="arabicPeriod"/>
              <a:defRPr/>
            </a:pPr>
            <a:r>
              <a:rPr lang="en-US" sz="700" dirty="0">
                <a:solidFill>
                  <a:srgbClr val="FFFFFF"/>
                </a:solidFill>
              </a:rPr>
              <a:t>Check ’Display drawing guides on screen’</a:t>
            </a:r>
            <a:endParaRPr lang="en-US" sz="700" dirty="0">
              <a:solidFill>
                <a:srgbClr val="FFFFFF"/>
              </a:solidFill>
            </a:endParaRPr>
          </a:p>
          <a:p>
            <a:pPr marL="180975" indent="-180975">
              <a:buFont typeface="+mj-lt"/>
              <a:buAutoNum type="arabicPeriod"/>
              <a:defRPr/>
            </a:pPr>
            <a:r>
              <a:rPr lang="en-US" sz="700" dirty="0">
                <a:solidFill>
                  <a:srgbClr val="FFFFFF"/>
                </a:solidFill>
              </a:rPr>
              <a:t>Select ’OK’</a:t>
            </a:r>
            <a:endParaRPr lang="en-US" sz="700" dirty="0">
              <a:solidFill>
                <a:srgbClr val="FFFFFF"/>
              </a:solidFill>
            </a:endParaRPr>
          </a:p>
        </p:txBody>
      </p:sp>
      <p:sp>
        <p:nvSpPr>
          <p:cNvPr id="40" name="矩形 39"/>
          <p:cNvSpPr/>
          <p:nvPr userDrawn="1"/>
        </p:nvSpPr>
        <p:spPr>
          <a:xfrm>
            <a:off x="383647"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41" name="矩形 40"/>
          <p:cNvSpPr/>
          <p:nvPr userDrawn="1"/>
        </p:nvSpPr>
        <p:spPr>
          <a:xfrm>
            <a:off x="191344"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grpSp>
        <p:nvGrpSpPr>
          <p:cNvPr id="69" name="组合 68"/>
          <p:cNvGrpSpPr>
            <a:grpSpLocks noChangeAspect="1"/>
          </p:cNvGrpSpPr>
          <p:nvPr userDrawn="1"/>
        </p:nvGrpSpPr>
        <p:grpSpPr>
          <a:xfrm>
            <a:off x="11036334" y="371250"/>
            <a:ext cx="971869" cy="537470"/>
            <a:chOff x="10728252" y="116959"/>
            <a:chExt cx="1293558" cy="715373"/>
          </a:xfrm>
          <a:solidFill>
            <a:srgbClr val="005BAD"/>
          </a:solidFill>
        </p:grpSpPr>
        <p:sp>
          <p:nvSpPr>
            <p:cNvPr id="70" name="ïSļíḋe"/>
            <p:cNvSpPr/>
            <p:nvPr userDrawn="1"/>
          </p:nvSpPr>
          <p:spPr bwMode="auto">
            <a:xfrm>
              <a:off x="10844646" y="498022"/>
              <a:ext cx="156074" cy="25047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1" name="îSḷîḓé"/>
            <p:cNvSpPr/>
            <p:nvPr userDrawn="1"/>
          </p:nvSpPr>
          <p:spPr bwMode="auto">
            <a:xfrm>
              <a:off x="10963687" y="498022"/>
              <a:ext cx="166655" cy="25047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2" name="işļïḑê"/>
            <p:cNvSpPr/>
            <p:nvPr userDrawn="1"/>
          </p:nvSpPr>
          <p:spPr bwMode="auto">
            <a:xfrm>
              <a:off x="10937233" y="650019"/>
              <a:ext cx="66134" cy="3211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3" name="iṣḷiḑè"/>
            <p:cNvSpPr/>
            <p:nvPr userDrawn="1"/>
          </p:nvSpPr>
          <p:spPr bwMode="auto">
            <a:xfrm>
              <a:off x="11088015" y="498022"/>
              <a:ext cx="158719" cy="25047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4" name="ïṣľídè"/>
            <p:cNvSpPr/>
            <p:nvPr userDrawn="1"/>
          </p:nvSpPr>
          <p:spPr bwMode="auto">
            <a:xfrm>
              <a:off x="11207055" y="498022"/>
              <a:ext cx="156074" cy="25047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rgbClr val="000000"/>
                </a:solidFill>
                <a:effectLst/>
                <a:uLnTx/>
                <a:uFillTx/>
                <a:latin typeface="Century Gothic" panose="020B0502020202020204"/>
                <a:ea typeface="微软雅黑" panose="020B0503020204020204" charset="-122"/>
              </a:endParaRPr>
            </a:p>
          </p:txBody>
        </p:sp>
        <p:sp>
          <p:nvSpPr>
            <p:cNvPr id="75" name="íSļîḓé"/>
            <p:cNvSpPr/>
            <p:nvPr userDrawn="1"/>
          </p:nvSpPr>
          <p:spPr bwMode="auto">
            <a:xfrm>
              <a:off x="11170020" y="714243"/>
              <a:ext cx="66134" cy="3425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6" name="iṩ1ídè"/>
            <p:cNvSpPr/>
            <p:nvPr userDrawn="1"/>
          </p:nvSpPr>
          <p:spPr bwMode="auto">
            <a:xfrm>
              <a:off x="10728252" y="116959"/>
              <a:ext cx="1293558" cy="700044"/>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7" name="ïşľíḑé"/>
            <p:cNvSpPr/>
            <p:nvPr userDrawn="1"/>
          </p:nvSpPr>
          <p:spPr bwMode="auto">
            <a:xfrm>
              <a:off x="11561527" y="472332"/>
              <a:ext cx="185172" cy="360000"/>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grpSp>
      <p:cxnSp>
        <p:nvCxnSpPr>
          <p:cNvPr id="81" name="直接连接符 23"/>
          <p:cNvCxnSpPr/>
          <p:nvPr userDrawn="1"/>
        </p:nvCxnSpPr>
        <p:spPr>
          <a:xfrm>
            <a:off x="0" y="908720"/>
            <a:ext cx="12192000" cy="12363"/>
          </a:xfrm>
          <a:prstGeom prst="line">
            <a:avLst/>
          </a:prstGeom>
          <a:noFill/>
          <a:ln w="6350" cap="flat" cmpd="sng" algn="ctr">
            <a:solidFill>
              <a:srgbClr val="005BAD">
                <a:alpha val="80000"/>
              </a:srgbClr>
            </a:solidFill>
            <a:prstDash val="solid"/>
            <a:miter lim="800000"/>
          </a:ln>
          <a:effectLst/>
        </p:spPr>
      </p:cxnSp>
      <p:cxnSp>
        <p:nvCxnSpPr>
          <p:cNvPr id="90" name="直接连接符 23"/>
          <p:cNvCxnSpPr/>
          <p:nvPr userDrawn="1"/>
        </p:nvCxnSpPr>
        <p:spPr>
          <a:xfrm>
            <a:off x="-2381" y="6512981"/>
            <a:ext cx="12192000" cy="12363"/>
          </a:xfrm>
          <a:prstGeom prst="line">
            <a:avLst/>
          </a:prstGeom>
          <a:noFill/>
          <a:ln w="6350" cap="flat" cmpd="sng" algn="ctr">
            <a:solidFill>
              <a:srgbClr val="005BAD">
                <a:alpha val="75000"/>
              </a:srgbClr>
            </a:solidFill>
            <a:prstDash val="solid"/>
            <a:miter lim="800000"/>
          </a:ln>
          <a:effectLst/>
        </p:spPr>
      </p:cxnSp>
      <p:sp>
        <p:nvSpPr>
          <p:cNvPr id="91" name="Title 1"/>
          <p:cNvSpPr>
            <a:spLocks noGrp="1"/>
          </p:cNvSpPr>
          <p:nvPr>
            <p:ph type="title"/>
          </p:nvPr>
        </p:nvSpPr>
        <p:spPr>
          <a:xfrm>
            <a:off x="671647" y="395289"/>
            <a:ext cx="10209277" cy="430887"/>
          </a:xfrm>
        </p:spPr>
        <p:txBody>
          <a:bodyPr lIns="108000"/>
          <a:lstStyle>
            <a:lvl1pPr>
              <a:defRPr sz="2800" b="1">
                <a:latin typeface="微软雅黑" panose="020B0503020204020204" charset="-122"/>
                <a:ea typeface="微软雅黑" panose="020B0503020204020204" charset="-122"/>
              </a:defRPr>
            </a:lvl1pPr>
          </a:lstStyle>
          <a:p>
            <a:r>
              <a:rPr lang="zh-CN" altLang="en-US" noProof="0" dirty="0"/>
              <a:t>单击此处编辑母版标题样式</a:t>
            </a:r>
            <a:endParaRPr lang="en-US" noProof="0" dirty="0"/>
          </a:p>
        </p:txBody>
      </p:sp>
      <p:sp>
        <p:nvSpPr>
          <p:cNvPr id="37" name="日期占位符 135"/>
          <p:cNvSpPr txBox="1"/>
          <p:nvPr userDrawn="1"/>
        </p:nvSpPr>
        <p:spPr>
          <a:xfrm>
            <a:off x="9048328" y="6555494"/>
            <a:ext cx="2883976" cy="267573"/>
          </a:xfrm>
          <a:prstGeom prst="rect">
            <a:avLst/>
          </a:prstGeom>
        </p:spPr>
        <p:txBody>
          <a:bodyPr anchor="ctr"/>
          <a:lstStyle>
            <a:defPPr>
              <a:defRPr lang="zh-CN"/>
            </a:defPPr>
            <a:lvl1pPr marL="0" algn="r"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dirty="0">
                <a:solidFill>
                  <a:srgbClr val="005BAD">
                    <a:alpha val="75000"/>
                  </a:srgbClr>
                </a:solidFill>
                <a:latin typeface="微软雅黑" panose="020B0503020204020204" charset="-122"/>
                <a:ea typeface="微软雅黑" panose="020B0503020204020204" charset="-122"/>
              </a:rPr>
              <a:t>华中科技大学电子信息与通信学院</a:t>
            </a:r>
            <a:endParaRPr lang="zh-CN" altLang="en-US" dirty="0">
              <a:solidFill>
                <a:srgbClr val="005BAD">
                  <a:alpha val="75000"/>
                </a:srgbClr>
              </a:solidFill>
              <a:latin typeface="微软雅黑" panose="020B0503020204020204" charset="-122"/>
              <a:ea typeface="微软雅黑" panose="020B0503020204020204" charset="-122"/>
            </a:endParaRPr>
          </a:p>
        </p:txBody>
      </p:sp>
      <p:sp>
        <p:nvSpPr>
          <p:cNvPr id="38" name="页脚占位符 136"/>
          <p:cNvSpPr txBox="1"/>
          <p:nvPr userDrawn="1"/>
        </p:nvSpPr>
        <p:spPr>
          <a:xfrm>
            <a:off x="187688" y="6552438"/>
            <a:ext cx="2880000" cy="273685"/>
          </a:xfrm>
          <a:prstGeom prst="rect">
            <a:avLst/>
          </a:prstGeom>
        </p:spPr>
        <p:txBody>
          <a:bodyPr vert="horz" lIns="91440" tIns="45720" rIns="91440" bIns="45720" rtlCol="0" anchor="ctr"/>
          <a:lstStyle>
            <a:defPPr>
              <a:defRPr lang="zh-CN"/>
            </a:defPPr>
            <a:lvl1pPr marL="0" algn="dist"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rgbClr val="005BAD">
                    <a:alpha val="75000"/>
                  </a:srgbClr>
                </a:solidFill>
                <a:latin typeface="微软雅黑" panose="020B0503020204020204" charset="-122"/>
                <a:ea typeface="微软雅黑" panose="020B0503020204020204" charset="-122"/>
              </a:rPr>
              <a:t>明德厚学 求是创新</a:t>
            </a:r>
            <a:endParaRPr lang="zh-CN" altLang="en-US" dirty="0">
              <a:solidFill>
                <a:srgbClr val="005BAD">
                  <a:alpha val="75000"/>
                </a:srgbClr>
              </a:solidFill>
              <a:latin typeface="微软雅黑" panose="020B0503020204020204" charset="-122"/>
              <a:ea typeface="微软雅黑" panose="020B050302020402020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vmlDrawing" Target="../drawings/vmlDrawing1.vml"/><Relationship Id="rId14" Type="http://schemas.openxmlformats.org/officeDocument/2006/relationships/image" Target="../media/image2.emf"/><Relationship Id="rId13" Type="http://schemas.openxmlformats.org/officeDocument/2006/relationships/oleObject" Target="../embeddings/oleObject1.bin"/><Relationship Id="rId12" Type="http://schemas.openxmlformats.org/officeDocument/2006/relationships/tags" Target="../tags/tag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2"/>
            </p:custData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spid="_x0000_s3" name="think-cell Slide" r:id="rId13" imgW="12700" imgH="12700" progId="">
                  <p:embed/>
                </p:oleObj>
              </mc:Choice>
              <mc:Fallback>
                <p:oleObj name="think-cell Slide" r:id="rId13" imgW="12700" imgH="12700" progId="">
                  <p:embed/>
                  <p:pic>
                    <p:nvPicPr>
                      <p:cNvPr id="0" name="Object 1" hidden="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118" y="1589"/>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6" name="Title Placeholder 1"/>
          <p:cNvSpPr>
            <a:spLocks noGrp="1"/>
          </p:cNvSpPr>
          <p:nvPr>
            <p:ph type="title"/>
          </p:nvPr>
        </p:nvSpPr>
        <p:spPr bwMode="auto">
          <a:xfrm>
            <a:off x="478368" y="395289"/>
            <a:ext cx="1123103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spAutoFit/>
          </a:bodyPr>
          <a:lstStyle/>
          <a:p>
            <a:pPr lvl="0"/>
            <a:r>
              <a:rPr lang="zh-CN" altLang="en-US" dirty="0"/>
              <a:t>单击此处编辑母版标题样式</a:t>
            </a:r>
            <a:endParaRPr lang="en-US" dirty="0"/>
          </a:p>
        </p:txBody>
      </p:sp>
      <p:sp>
        <p:nvSpPr>
          <p:cNvPr id="1027" name="Text Placeholder 2"/>
          <p:cNvSpPr>
            <a:spLocks noGrp="1"/>
          </p:cNvSpPr>
          <p:nvPr>
            <p:ph type="body" idx="1"/>
          </p:nvPr>
        </p:nvSpPr>
        <p:spPr bwMode="auto">
          <a:xfrm>
            <a:off x="478368" y="1119131"/>
            <a:ext cx="11231033" cy="504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p:txBody>
      </p:sp>
      <p:sp>
        <p:nvSpPr>
          <p:cNvPr id="1030" name="TextBox 7"/>
          <p:cNvSpPr txBox="1">
            <a:spLocks noChangeArrowheads="1"/>
          </p:cNvSpPr>
          <p:nvPr/>
        </p:nvSpPr>
        <p:spPr bwMode="auto">
          <a:xfrm>
            <a:off x="478367" y="-255588"/>
            <a:ext cx="112210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pPr>
            <a:r>
              <a:rPr lang="en-US" sz="800" b="1" dirty="0">
                <a:solidFill>
                  <a:srgbClr val="FFFFFF"/>
                </a:solidFill>
              </a:rPr>
              <a:t> screen small Jan 2010</a:t>
            </a:r>
            <a:endParaRPr lang="en-US" sz="800" b="1" dirty="0">
              <a:solidFill>
                <a:srgbClr val="FFFFFF"/>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fontAlgn="base" hangingPunct="1">
        <a:spcBef>
          <a:spcPct val="0"/>
        </a:spcBef>
        <a:spcAft>
          <a:spcPct val="0"/>
        </a:spcAft>
        <a:defRPr sz="3200" b="1" i="0" kern="1200" baseline="0">
          <a:solidFill>
            <a:schemeClr val="tx2"/>
          </a:solidFill>
          <a:latin typeface="Arial" panose="020B0604020202020204" pitchFamily="34" charset="0"/>
          <a:ea typeface="微软雅黑" panose="020B0503020204020204" charset="-122"/>
          <a:cs typeface="+mj-cs"/>
        </a:defRPr>
      </a:lvl1pPr>
      <a:lvl2pPr algn="l" rtl="0" eaLnBrk="1" fontAlgn="base" hangingPunct="1">
        <a:spcBef>
          <a:spcPct val="0"/>
        </a:spcBef>
        <a:spcAft>
          <a:spcPct val="0"/>
        </a:spcAft>
        <a:defRPr sz="2400" b="1">
          <a:solidFill>
            <a:schemeClr val="tx2"/>
          </a:solidFill>
          <a:latin typeface="Arial" panose="020B0604020202020204" pitchFamily="34" charset="0"/>
        </a:defRPr>
      </a:lvl2pPr>
      <a:lvl3pPr algn="l" rtl="0" eaLnBrk="1" fontAlgn="base" hangingPunct="1">
        <a:spcBef>
          <a:spcPct val="0"/>
        </a:spcBef>
        <a:spcAft>
          <a:spcPct val="0"/>
        </a:spcAft>
        <a:defRPr sz="2400" b="1">
          <a:solidFill>
            <a:schemeClr val="tx2"/>
          </a:solidFill>
          <a:latin typeface="Arial" panose="020B0604020202020204" pitchFamily="34" charset="0"/>
        </a:defRPr>
      </a:lvl3pPr>
      <a:lvl4pPr algn="l" rtl="0" eaLnBrk="1" fontAlgn="base" hangingPunct="1">
        <a:spcBef>
          <a:spcPct val="0"/>
        </a:spcBef>
        <a:spcAft>
          <a:spcPct val="0"/>
        </a:spcAft>
        <a:defRPr sz="2400" b="1">
          <a:solidFill>
            <a:schemeClr val="tx2"/>
          </a:solidFill>
          <a:latin typeface="Arial" panose="020B0604020202020204" pitchFamily="34" charset="0"/>
        </a:defRPr>
      </a:lvl4pPr>
      <a:lvl5pPr algn="l" rtl="0" eaLnBrk="1" fontAlgn="base" hangingPunct="1">
        <a:spcBef>
          <a:spcPct val="0"/>
        </a:spcBef>
        <a:spcAft>
          <a:spcPct val="0"/>
        </a:spcAft>
        <a:defRPr sz="2400" b="1">
          <a:solidFill>
            <a:schemeClr val="tx2"/>
          </a:solidFill>
          <a:latin typeface="Arial" panose="020B0604020202020204" pitchFamily="34" charset="0"/>
        </a:defRPr>
      </a:lvl5pPr>
      <a:lvl6pPr marL="457200" algn="l" rtl="0" eaLnBrk="1" fontAlgn="base" hangingPunct="1">
        <a:spcBef>
          <a:spcPct val="0"/>
        </a:spcBef>
        <a:spcAft>
          <a:spcPct val="0"/>
        </a:spcAft>
        <a:defRPr sz="2400" b="1">
          <a:solidFill>
            <a:schemeClr val="tx2"/>
          </a:solidFill>
          <a:latin typeface="Arial" panose="020B0604020202020204" pitchFamily="34" charset="0"/>
        </a:defRPr>
      </a:lvl6pPr>
      <a:lvl7pPr marL="914400" algn="l" rtl="0" eaLnBrk="1" fontAlgn="base" hangingPunct="1">
        <a:spcBef>
          <a:spcPct val="0"/>
        </a:spcBef>
        <a:spcAft>
          <a:spcPct val="0"/>
        </a:spcAft>
        <a:defRPr sz="2400" b="1">
          <a:solidFill>
            <a:schemeClr val="tx2"/>
          </a:solidFill>
          <a:latin typeface="Arial" panose="020B0604020202020204" pitchFamily="34" charset="0"/>
        </a:defRPr>
      </a:lvl7pPr>
      <a:lvl8pPr marL="1371600" algn="l" rtl="0" eaLnBrk="1" fontAlgn="base" hangingPunct="1">
        <a:spcBef>
          <a:spcPct val="0"/>
        </a:spcBef>
        <a:spcAft>
          <a:spcPct val="0"/>
        </a:spcAft>
        <a:defRPr sz="2400" b="1">
          <a:solidFill>
            <a:schemeClr val="tx2"/>
          </a:solidFill>
          <a:latin typeface="Arial" panose="020B0604020202020204" pitchFamily="34" charset="0"/>
        </a:defRPr>
      </a:lvl8pPr>
      <a:lvl9pPr marL="1828800" algn="l" rtl="0" eaLnBrk="1" fontAlgn="base" hangingPunct="1">
        <a:spcBef>
          <a:spcPct val="0"/>
        </a:spcBef>
        <a:spcAft>
          <a:spcPct val="0"/>
        </a:spcAft>
        <a:defRPr sz="2400" b="1">
          <a:solidFill>
            <a:schemeClr val="tx2"/>
          </a:solidFill>
          <a:latin typeface="Arial" panose="020B0604020202020204" pitchFamily="34" charset="0"/>
        </a:defRPr>
      </a:lvl9pPr>
    </p:titleStyle>
    <p:bodyStyle>
      <a:lvl1pPr algn="l" rtl="0" eaLnBrk="1" fontAlgn="base" hangingPunct="1">
        <a:spcBef>
          <a:spcPts val="15"/>
        </a:spcBef>
        <a:spcAft>
          <a:spcPct val="0"/>
        </a:spcAft>
        <a:buFont typeface="Arial" panose="020B0604020202020204" pitchFamily="34" charset="0"/>
        <a:defRPr lang="en-US" b="0" i="0" kern="1200" baseline="0" dirty="0">
          <a:solidFill>
            <a:schemeClr val="tx2"/>
          </a:solidFill>
          <a:latin typeface="Arial" panose="020B0604020202020204" pitchFamily="34" charset="0"/>
          <a:ea typeface="微软雅黑" panose="020B0503020204020204" charset="-122"/>
          <a:cs typeface="+mj-cs"/>
        </a:defRPr>
      </a:lvl1pPr>
      <a:lvl2pPr marL="179705" indent="-179705" algn="l" rtl="0" eaLnBrk="1" fontAlgn="base" hangingPunct="1">
        <a:spcBef>
          <a:spcPts val="400"/>
        </a:spcBef>
        <a:spcAft>
          <a:spcPct val="0"/>
        </a:spcAft>
        <a:buSzPct val="80000"/>
        <a:buFont typeface="Wingdings" panose="05000000000000000000" pitchFamily="2" charset="2"/>
        <a:buChar char="n"/>
        <a:defRPr lang="en-US" b="0" i="0" kern="1200" baseline="0" dirty="0">
          <a:solidFill>
            <a:schemeClr val="tx2"/>
          </a:solidFill>
          <a:latin typeface="Arial" panose="020B0604020202020204" pitchFamily="34" charset="0"/>
          <a:ea typeface="微软雅黑" panose="020B0503020204020204" charset="-122"/>
          <a:cs typeface="+mj-cs"/>
        </a:defRPr>
      </a:lvl2pPr>
      <a:lvl3pPr marL="358775" indent="-179705" algn="l" rtl="0" eaLnBrk="1" fontAlgn="base" hangingPunct="1">
        <a:spcBef>
          <a:spcPts val="400"/>
        </a:spcBef>
        <a:spcAft>
          <a:spcPct val="0"/>
        </a:spcAft>
        <a:buSzPct val="80000"/>
        <a:buFont typeface="Wingdings" panose="05000000000000000000" pitchFamily="2" charset="2"/>
        <a:buChar char="n"/>
        <a:defRPr lang="en-US" sz="1600" b="0" i="0" kern="1200" baseline="0" dirty="0">
          <a:solidFill>
            <a:schemeClr val="tx2"/>
          </a:solidFill>
          <a:latin typeface="Arial" panose="020B0604020202020204" pitchFamily="34" charset="0"/>
          <a:ea typeface="微软雅黑" panose="020B0503020204020204" charset="-122"/>
          <a:cs typeface="+mj-cs"/>
        </a:defRPr>
      </a:lvl3pPr>
      <a:lvl4pPr marL="539750" indent="-179705" algn="l" rtl="0" eaLnBrk="1" fontAlgn="base" hangingPunct="1">
        <a:spcBef>
          <a:spcPts val="400"/>
        </a:spcBef>
        <a:spcAft>
          <a:spcPct val="0"/>
        </a:spcAft>
        <a:buSzPct val="80000"/>
        <a:buFont typeface="Wingdings" panose="05000000000000000000" pitchFamily="2" charset="2"/>
        <a:buChar char="n"/>
        <a:defRPr lang="en-US" sz="1600" b="0" i="0" kern="1200" baseline="0" dirty="0">
          <a:solidFill>
            <a:schemeClr val="tx2"/>
          </a:solidFill>
          <a:latin typeface="Arial" panose="020B0604020202020204" pitchFamily="34" charset="0"/>
          <a:ea typeface="微软雅黑" panose="020B0503020204020204" charset="-122"/>
          <a:cs typeface="+mj-cs"/>
        </a:defRPr>
      </a:lvl4pPr>
      <a:lvl5pPr marL="719455" indent="-179705" algn="l" rtl="0" eaLnBrk="1" fontAlgn="base" hangingPunct="1">
        <a:spcBef>
          <a:spcPts val="400"/>
        </a:spcBef>
        <a:spcAft>
          <a:spcPct val="0"/>
        </a:spcAft>
        <a:buFont typeface="Arial" panose="020B0604020202020204" pitchFamily="34" charset="0"/>
        <a:buChar char="‒"/>
        <a:defRPr lang="en-GB" sz="1600" b="0" i="0" kern="1200" dirty="0">
          <a:solidFill>
            <a:schemeClr val="tx2"/>
          </a:solidFill>
          <a:latin typeface="等线" panose="02010600030101010101" pitchFamily="2" charset="-122"/>
          <a:ea typeface="等线" panose="02010600030101010101" pitchFamily="2" charset="-122"/>
          <a:cs typeface="+mj-cs"/>
        </a:defRPr>
      </a:lvl5pPr>
      <a:lvl6pPr marL="899795" indent="-179705" algn="l" defTabSz="914400" rtl="0" eaLnBrk="1" latinLnBrk="0" hangingPunct="1">
        <a:spcBef>
          <a:spcPts val="0"/>
        </a:spcBef>
        <a:spcAft>
          <a:spcPts val="300"/>
        </a:spcAft>
        <a:buFont typeface="Arial" panose="020B0604020202020204" pitchFamily="34" charset="0"/>
        <a:buChar char="•"/>
        <a:defRPr sz="1600" kern="1200" baseline="0">
          <a:solidFill>
            <a:schemeClr val="tx2"/>
          </a:solidFill>
          <a:latin typeface="+mn-lt"/>
          <a:ea typeface="+mn-ea"/>
          <a:cs typeface="+mn-cs"/>
        </a:defRPr>
      </a:lvl6pPr>
      <a:lvl7pPr marL="1079500" indent="-179705" algn="l" defTabSz="914400" rtl="0" eaLnBrk="1" latinLnBrk="0" hangingPunct="1">
        <a:spcBef>
          <a:spcPts val="0"/>
        </a:spcBef>
        <a:spcAft>
          <a:spcPts val="300"/>
        </a:spcAft>
        <a:buFont typeface="Arial" panose="020B0604020202020204" pitchFamily="34" charset="0"/>
        <a:buChar char="‒"/>
        <a:defRPr sz="1400" kern="1200">
          <a:solidFill>
            <a:schemeClr val="tx2"/>
          </a:solidFill>
          <a:latin typeface="+mn-lt"/>
          <a:ea typeface="+mn-ea"/>
          <a:cs typeface="+mn-cs"/>
        </a:defRPr>
      </a:lvl7pPr>
      <a:lvl8pPr marL="1259840" indent="-179705" algn="l" defTabSz="914400" rtl="0" eaLnBrk="1" latinLnBrk="0" hangingPunct="1">
        <a:spcBef>
          <a:spcPts val="0"/>
        </a:spcBef>
        <a:spcAft>
          <a:spcPts val="300"/>
        </a:spcAft>
        <a:buFont typeface="Arial" panose="020B0604020202020204" pitchFamily="34" charset="0"/>
        <a:buChar char="•"/>
        <a:defRPr sz="1400" kern="1200">
          <a:solidFill>
            <a:schemeClr val="tx2"/>
          </a:solidFill>
          <a:latin typeface="+mn-lt"/>
          <a:ea typeface="+mn-ea"/>
          <a:cs typeface="+mn-cs"/>
        </a:defRPr>
      </a:lvl8pPr>
      <a:lvl9pPr marL="1440180" indent="-179705" algn="l" defTabSz="914400" rtl="0" eaLnBrk="1" latinLnBrk="0" hangingPunct="1">
        <a:spcBef>
          <a:spcPts val="0"/>
        </a:spcBef>
        <a:spcAft>
          <a:spcPts val="300"/>
        </a:spcAft>
        <a:buFont typeface="Arial" panose="020B0604020202020204" pitchFamily="34" charset="0"/>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78368" y="395289"/>
            <a:ext cx="1123103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spAutoFit/>
          </a:bodyPr>
          <a:lstStyle/>
          <a:p>
            <a:pPr lvl="0"/>
            <a:r>
              <a:rPr lang="zh-CN" altLang="en-US" dirty="0"/>
              <a:t>单击此处编辑母版标题样式</a:t>
            </a:r>
            <a:endParaRPr lang="en-US" dirty="0"/>
          </a:p>
        </p:txBody>
      </p:sp>
      <p:sp>
        <p:nvSpPr>
          <p:cNvPr id="1027" name="Text Placeholder 2"/>
          <p:cNvSpPr>
            <a:spLocks noGrp="1"/>
          </p:cNvSpPr>
          <p:nvPr>
            <p:ph type="body" idx="1"/>
          </p:nvPr>
        </p:nvSpPr>
        <p:spPr bwMode="auto">
          <a:xfrm>
            <a:off x="478368" y="1119131"/>
            <a:ext cx="11231033" cy="504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p:txBody>
      </p:sp>
      <p:sp>
        <p:nvSpPr>
          <p:cNvPr id="1030" name="TextBox 7"/>
          <p:cNvSpPr txBox="1">
            <a:spLocks noChangeArrowheads="1"/>
          </p:cNvSpPr>
          <p:nvPr/>
        </p:nvSpPr>
        <p:spPr bwMode="auto">
          <a:xfrm>
            <a:off x="478367" y="-255588"/>
            <a:ext cx="112210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pPr>
            <a:r>
              <a:rPr lang="en-US" sz="800" b="1" dirty="0">
                <a:solidFill>
                  <a:srgbClr val="FFFFFF"/>
                </a:solidFill>
              </a:rPr>
              <a:t> screen small Jan 2010</a:t>
            </a:r>
            <a:endParaRPr lang="en-US" sz="800" b="1" dirty="0">
              <a:solidFill>
                <a:srgbClr val="FFFFFF"/>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rtl="0" eaLnBrk="1" fontAlgn="base" hangingPunct="1">
        <a:spcBef>
          <a:spcPct val="0"/>
        </a:spcBef>
        <a:spcAft>
          <a:spcPct val="0"/>
        </a:spcAft>
        <a:defRPr sz="3200" b="1" i="0" kern="1200">
          <a:solidFill>
            <a:schemeClr val="tx2"/>
          </a:solidFill>
          <a:latin typeface="等线" panose="02010600030101010101" pitchFamily="2" charset="-122"/>
          <a:ea typeface="等线" panose="02010600030101010101" pitchFamily="2" charset="-122"/>
          <a:cs typeface="+mj-cs"/>
        </a:defRPr>
      </a:lvl1pPr>
      <a:lvl2pPr algn="l" rtl="0" eaLnBrk="1" fontAlgn="base" hangingPunct="1">
        <a:spcBef>
          <a:spcPct val="0"/>
        </a:spcBef>
        <a:spcAft>
          <a:spcPct val="0"/>
        </a:spcAft>
        <a:defRPr sz="2400" b="1">
          <a:solidFill>
            <a:schemeClr val="tx2"/>
          </a:solidFill>
          <a:latin typeface="Arial" panose="020B0604020202020204" pitchFamily="34" charset="0"/>
        </a:defRPr>
      </a:lvl2pPr>
      <a:lvl3pPr algn="l" rtl="0" eaLnBrk="1" fontAlgn="base" hangingPunct="1">
        <a:spcBef>
          <a:spcPct val="0"/>
        </a:spcBef>
        <a:spcAft>
          <a:spcPct val="0"/>
        </a:spcAft>
        <a:defRPr sz="2400" b="1">
          <a:solidFill>
            <a:schemeClr val="tx2"/>
          </a:solidFill>
          <a:latin typeface="Arial" panose="020B0604020202020204" pitchFamily="34" charset="0"/>
        </a:defRPr>
      </a:lvl3pPr>
      <a:lvl4pPr algn="l" rtl="0" eaLnBrk="1" fontAlgn="base" hangingPunct="1">
        <a:spcBef>
          <a:spcPct val="0"/>
        </a:spcBef>
        <a:spcAft>
          <a:spcPct val="0"/>
        </a:spcAft>
        <a:defRPr sz="2400" b="1">
          <a:solidFill>
            <a:schemeClr val="tx2"/>
          </a:solidFill>
          <a:latin typeface="Arial" panose="020B0604020202020204" pitchFamily="34" charset="0"/>
        </a:defRPr>
      </a:lvl4pPr>
      <a:lvl5pPr algn="l" rtl="0" eaLnBrk="1" fontAlgn="base" hangingPunct="1">
        <a:spcBef>
          <a:spcPct val="0"/>
        </a:spcBef>
        <a:spcAft>
          <a:spcPct val="0"/>
        </a:spcAft>
        <a:defRPr sz="2400" b="1">
          <a:solidFill>
            <a:schemeClr val="tx2"/>
          </a:solidFill>
          <a:latin typeface="Arial" panose="020B0604020202020204" pitchFamily="34" charset="0"/>
        </a:defRPr>
      </a:lvl5pPr>
      <a:lvl6pPr marL="457200" algn="l" rtl="0" eaLnBrk="1" fontAlgn="base" hangingPunct="1">
        <a:spcBef>
          <a:spcPct val="0"/>
        </a:spcBef>
        <a:spcAft>
          <a:spcPct val="0"/>
        </a:spcAft>
        <a:defRPr sz="2400" b="1">
          <a:solidFill>
            <a:schemeClr val="tx2"/>
          </a:solidFill>
          <a:latin typeface="Arial" panose="020B0604020202020204" pitchFamily="34" charset="0"/>
        </a:defRPr>
      </a:lvl6pPr>
      <a:lvl7pPr marL="914400" algn="l" rtl="0" eaLnBrk="1" fontAlgn="base" hangingPunct="1">
        <a:spcBef>
          <a:spcPct val="0"/>
        </a:spcBef>
        <a:spcAft>
          <a:spcPct val="0"/>
        </a:spcAft>
        <a:defRPr sz="2400" b="1">
          <a:solidFill>
            <a:schemeClr val="tx2"/>
          </a:solidFill>
          <a:latin typeface="Arial" panose="020B0604020202020204" pitchFamily="34" charset="0"/>
        </a:defRPr>
      </a:lvl7pPr>
      <a:lvl8pPr marL="1371600" algn="l" rtl="0" eaLnBrk="1" fontAlgn="base" hangingPunct="1">
        <a:spcBef>
          <a:spcPct val="0"/>
        </a:spcBef>
        <a:spcAft>
          <a:spcPct val="0"/>
        </a:spcAft>
        <a:defRPr sz="2400" b="1">
          <a:solidFill>
            <a:schemeClr val="tx2"/>
          </a:solidFill>
          <a:latin typeface="Arial" panose="020B0604020202020204" pitchFamily="34" charset="0"/>
        </a:defRPr>
      </a:lvl8pPr>
      <a:lvl9pPr marL="1828800" algn="l" rtl="0" eaLnBrk="1" fontAlgn="base" hangingPunct="1">
        <a:spcBef>
          <a:spcPct val="0"/>
        </a:spcBef>
        <a:spcAft>
          <a:spcPct val="0"/>
        </a:spcAft>
        <a:defRPr sz="2400" b="1">
          <a:solidFill>
            <a:schemeClr val="tx2"/>
          </a:solidFill>
          <a:latin typeface="Arial" panose="020B0604020202020204" pitchFamily="34" charset="0"/>
        </a:defRPr>
      </a:lvl9pPr>
    </p:titleStyle>
    <p:bodyStyle>
      <a:lvl1pPr algn="l" rtl="0" eaLnBrk="1" fontAlgn="base" hangingPunct="1">
        <a:spcBef>
          <a:spcPts val="15"/>
        </a:spcBef>
        <a:spcAft>
          <a:spcPct val="0"/>
        </a:spcAft>
        <a:buFont typeface="Arial" panose="020B0604020202020204" pitchFamily="34" charset="0"/>
        <a:defRPr lang="en-US" b="0" i="0" kern="1200" dirty="0">
          <a:solidFill>
            <a:schemeClr val="tx2"/>
          </a:solidFill>
          <a:latin typeface="等线" panose="02010600030101010101" pitchFamily="2" charset="-122"/>
          <a:ea typeface="等线" panose="02010600030101010101" pitchFamily="2" charset="-122"/>
          <a:cs typeface="+mj-cs"/>
        </a:defRPr>
      </a:lvl1pPr>
      <a:lvl2pPr marL="179705" indent="-179705" algn="l" rtl="0" eaLnBrk="1" fontAlgn="base" hangingPunct="1">
        <a:spcBef>
          <a:spcPts val="400"/>
        </a:spcBef>
        <a:spcAft>
          <a:spcPct val="0"/>
        </a:spcAft>
        <a:buSzPct val="80000"/>
        <a:buFont typeface="Wingdings" panose="05000000000000000000" pitchFamily="2" charset="2"/>
        <a:buChar char="n"/>
        <a:defRPr lang="en-US" b="0" i="0" kern="1200" dirty="0">
          <a:solidFill>
            <a:schemeClr val="tx2"/>
          </a:solidFill>
          <a:latin typeface="等线" panose="02010600030101010101" pitchFamily="2" charset="-122"/>
          <a:ea typeface="等线" panose="02010600030101010101" pitchFamily="2" charset="-122"/>
          <a:cs typeface="+mj-cs"/>
        </a:defRPr>
      </a:lvl2pPr>
      <a:lvl3pPr marL="358775" indent="-179705" algn="l" rtl="0" eaLnBrk="1" fontAlgn="base" hangingPunct="1">
        <a:spcBef>
          <a:spcPts val="400"/>
        </a:spcBef>
        <a:spcAft>
          <a:spcPct val="0"/>
        </a:spcAft>
        <a:buSzPct val="80000"/>
        <a:buFont typeface="Wingdings" panose="05000000000000000000" pitchFamily="2" charset="2"/>
        <a:buChar char="n"/>
        <a:defRPr lang="en-US" sz="1600" b="0" i="0" kern="1200" dirty="0">
          <a:solidFill>
            <a:schemeClr val="tx2"/>
          </a:solidFill>
          <a:latin typeface="等线" panose="02010600030101010101" pitchFamily="2" charset="-122"/>
          <a:ea typeface="等线" panose="02010600030101010101" pitchFamily="2" charset="-122"/>
          <a:cs typeface="+mj-cs"/>
        </a:defRPr>
      </a:lvl3pPr>
      <a:lvl4pPr marL="539750" indent="-179705" algn="l" rtl="0" eaLnBrk="1" fontAlgn="base" hangingPunct="1">
        <a:spcBef>
          <a:spcPts val="400"/>
        </a:spcBef>
        <a:spcAft>
          <a:spcPct val="0"/>
        </a:spcAft>
        <a:buSzPct val="80000"/>
        <a:buFont typeface="Wingdings" panose="05000000000000000000" pitchFamily="2" charset="2"/>
        <a:buChar char="n"/>
        <a:defRPr lang="en-US" sz="1600" b="0" i="0" kern="1200" dirty="0">
          <a:solidFill>
            <a:schemeClr val="tx2"/>
          </a:solidFill>
          <a:latin typeface="等线" panose="02010600030101010101" pitchFamily="2" charset="-122"/>
          <a:ea typeface="等线" panose="02010600030101010101" pitchFamily="2" charset="-122"/>
          <a:cs typeface="+mj-cs"/>
        </a:defRPr>
      </a:lvl4pPr>
      <a:lvl5pPr marL="719455" indent="-179705" algn="l" rtl="0" eaLnBrk="1" fontAlgn="base" hangingPunct="1">
        <a:spcBef>
          <a:spcPts val="400"/>
        </a:spcBef>
        <a:spcAft>
          <a:spcPct val="0"/>
        </a:spcAft>
        <a:buFont typeface="Arial" panose="020B0604020202020204" pitchFamily="34" charset="0"/>
        <a:buChar char="‒"/>
        <a:defRPr lang="en-GB" sz="1600" b="0" i="0" kern="1200" dirty="0">
          <a:solidFill>
            <a:schemeClr val="tx2"/>
          </a:solidFill>
          <a:latin typeface="等线" panose="02010600030101010101" pitchFamily="2" charset="-122"/>
          <a:ea typeface="等线" panose="02010600030101010101" pitchFamily="2" charset="-122"/>
          <a:cs typeface="+mj-cs"/>
        </a:defRPr>
      </a:lvl5pPr>
      <a:lvl6pPr marL="899795" indent="-179705" algn="l" defTabSz="914400" rtl="0" eaLnBrk="1" latinLnBrk="0" hangingPunct="1">
        <a:spcBef>
          <a:spcPts val="0"/>
        </a:spcBef>
        <a:spcAft>
          <a:spcPts val="300"/>
        </a:spcAft>
        <a:buFont typeface="Arial" panose="020B0604020202020204" pitchFamily="34" charset="0"/>
        <a:buChar char="•"/>
        <a:defRPr sz="1600" kern="1200" baseline="0">
          <a:solidFill>
            <a:schemeClr val="tx2"/>
          </a:solidFill>
          <a:latin typeface="+mn-lt"/>
          <a:ea typeface="+mn-ea"/>
          <a:cs typeface="+mn-cs"/>
        </a:defRPr>
      </a:lvl6pPr>
      <a:lvl7pPr marL="1079500" indent="-179705" algn="l" defTabSz="914400" rtl="0" eaLnBrk="1" latinLnBrk="0" hangingPunct="1">
        <a:spcBef>
          <a:spcPts val="0"/>
        </a:spcBef>
        <a:spcAft>
          <a:spcPts val="300"/>
        </a:spcAft>
        <a:buFont typeface="Arial" panose="020B0604020202020204" pitchFamily="34" charset="0"/>
        <a:buChar char="‒"/>
        <a:defRPr sz="1400" kern="1200">
          <a:solidFill>
            <a:schemeClr val="tx2"/>
          </a:solidFill>
          <a:latin typeface="+mn-lt"/>
          <a:ea typeface="+mn-ea"/>
          <a:cs typeface="+mn-cs"/>
        </a:defRPr>
      </a:lvl7pPr>
      <a:lvl8pPr marL="1259840" indent="-179705" algn="l" defTabSz="914400" rtl="0" eaLnBrk="1" latinLnBrk="0" hangingPunct="1">
        <a:spcBef>
          <a:spcPts val="0"/>
        </a:spcBef>
        <a:spcAft>
          <a:spcPts val="300"/>
        </a:spcAft>
        <a:buFont typeface="Arial" panose="020B0604020202020204" pitchFamily="34" charset="0"/>
        <a:buChar char="•"/>
        <a:defRPr sz="1400" kern="1200">
          <a:solidFill>
            <a:schemeClr val="tx2"/>
          </a:solidFill>
          <a:latin typeface="+mn-lt"/>
          <a:ea typeface="+mn-ea"/>
          <a:cs typeface="+mn-cs"/>
        </a:defRPr>
      </a:lvl8pPr>
      <a:lvl9pPr marL="1440180" indent="-179705" algn="l" defTabSz="914400" rtl="0" eaLnBrk="1" latinLnBrk="0" hangingPunct="1">
        <a:spcBef>
          <a:spcPts val="0"/>
        </a:spcBef>
        <a:spcAft>
          <a:spcPts val="300"/>
        </a:spcAft>
        <a:buFont typeface="Arial" panose="020B0604020202020204" pitchFamily="34" charset="0"/>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211705" y="2629535"/>
            <a:ext cx="7767955" cy="664210"/>
          </a:xfrm>
        </p:spPr>
        <p:txBody>
          <a:bodyPr wrap="square"/>
          <a:lstStyle/>
          <a:p>
            <a:pPr algn="ctr">
              <a:lnSpc>
                <a:spcPct val="120000"/>
              </a:lnSpc>
              <a:spcBef>
                <a:spcPts val="600"/>
              </a:spcBef>
            </a:pPr>
            <a:r>
              <a:rPr lang="en-US" altLang="zh-CN" sz="3600" dirty="0">
                <a:latin typeface="微软雅黑" panose="020B0503020204020204" charset="-122"/>
                <a:ea typeface="微软雅黑" panose="020B0503020204020204" charset="-122"/>
                <a:sym typeface="+mn-ea"/>
              </a:rPr>
              <a:t>AI</a:t>
            </a:r>
            <a:r>
              <a:rPr lang="zh-CN" altLang="en-US" sz="3600" dirty="0">
                <a:latin typeface="微软雅黑" panose="020B0503020204020204" charset="-122"/>
                <a:ea typeface="微软雅黑" panose="020B0503020204020204" charset="-122"/>
                <a:sym typeface="+mn-ea"/>
              </a:rPr>
              <a:t>与通信融合研究进展调研</a:t>
            </a:r>
            <a:endParaRPr lang="zh-CN" altLang="en-US" sz="3600" dirty="0">
              <a:latin typeface="微软雅黑" panose="020B0503020204020204" charset="-122"/>
              <a:ea typeface="微软雅黑" panose="020B0503020204020204" charset="-122"/>
            </a:endParaRPr>
          </a:p>
        </p:txBody>
      </p:sp>
      <p:sp>
        <p:nvSpPr>
          <p:cNvPr id="1048593" name="文本占位符 6"/>
          <p:cNvSpPr>
            <a:spLocks noGrp="1"/>
          </p:cNvSpPr>
          <p:nvPr>
            <p:ph type="body" sz="quarter" idx="14"/>
          </p:nvPr>
        </p:nvSpPr>
        <p:spPr>
          <a:xfrm>
            <a:off x="4448810" y="4185285"/>
            <a:ext cx="3295015" cy="440690"/>
          </a:xfrm>
        </p:spPr>
        <p:txBody>
          <a:bodyPr>
            <a:noAutofit/>
          </a:bodyPr>
          <a:p>
            <a:pPr marL="0" indent="0">
              <a:buNone/>
            </a:pPr>
            <a:r>
              <a:rPr lang="zh-CN" altLang="en-US" dirty="0">
                <a:latin typeface="Times New Roman" panose="02020603050405020304" charset="0"/>
                <a:ea typeface="宋体" panose="02010600030101010101" pitchFamily="2" charset="-122"/>
              </a:rPr>
              <a:t>汇报人：朱甜甜</a:t>
            </a:r>
            <a:endParaRPr lang="zh-CN" altLang="en-US" dirty="0">
              <a:latin typeface="Times New Roman" panose="02020603050405020304" charset="0"/>
              <a:ea typeface="宋体" panose="02010600030101010101" pitchFamily="2" charset="-122"/>
            </a:endParaRPr>
          </a:p>
        </p:txBody>
      </p:sp>
      <p:sp>
        <p:nvSpPr>
          <p:cNvPr id="1048594" name="文本占位符 2"/>
          <p:cNvSpPr>
            <a:spLocks noGrp="1"/>
          </p:cNvSpPr>
          <p:nvPr/>
        </p:nvSpPr>
        <p:spPr>
          <a:xfrm>
            <a:off x="4618698" y="4855743"/>
            <a:ext cx="3024188" cy="358941"/>
          </a:xfrm>
          <a:prstGeom prst="rect">
            <a:avLst/>
          </a:prstGeom>
          <a:noFill/>
          <a:ln>
            <a:noFill/>
          </a:ln>
        </p:spPr>
        <p:txBody>
          <a:bodyPr vert="horz" wrap="square" lIns="0" tIns="0" rIns="0" bIns="0" numCol="1" anchor="ctr" anchorCtr="0" compatLnSpc="1"/>
          <a:lstStyle>
            <a:lvl1pPr algn="ctr" rtl="0" eaLnBrk="1" fontAlgn="base" hangingPunct="1">
              <a:spcBef>
                <a:spcPts val="15"/>
              </a:spcBef>
              <a:spcAft>
                <a:spcPct val="0"/>
              </a:spcAft>
              <a:buFont typeface="Arial" panose="020B0604020202020204" pitchFamily="34" charset="0"/>
              <a:defRPr lang="en-US" sz="1800" b="1" i="0" kern="1200" dirty="0">
                <a:solidFill>
                  <a:schemeClr val="bg1"/>
                </a:solidFill>
                <a:latin typeface="等线" panose="02010600030101010101" pitchFamily="2" charset="-122"/>
                <a:ea typeface="等线" panose="02010600030101010101" pitchFamily="2" charset="-122"/>
                <a:cs typeface="+mj-cs"/>
              </a:defRPr>
            </a:lvl1pPr>
            <a:lvl2pPr marL="179705" indent="-179705" algn="l" rtl="0" eaLnBrk="1" fontAlgn="base" hangingPunct="1">
              <a:spcBef>
                <a:spcPts val="400"/>
              </a:spcBef>
              <a:spcAft>
                <a:spcPct val="0"/>
              </a:spcAft>
              <a:buSzPct val="80000"/>
              <a:buFont typeface="Wingdings" panose="05000000000000000000" pitchFamily="2" charset="2"/>
              <a:buChar char="n"/>
              <a:defRPr lang="en-US" b="0" i="0" kern="1200" dirty="0">
                <a:solidFill>
                  <a:schemeClr val="bg1"/>
                </a:solidFill>
                <a:latin typeface="等线" panose="02010600030101010101" pitchFamily="2" charset="-122"/>
                <a:ea typeface="等线" panose="02010600030101010101" pitchFamily="2" charset="-122"/>
                <a:cs typeface="+mj-cs"/>
              </a:defRPr>
            </a:lvl2pPr>
            <a:lvl3pPr marL="358775" indent="-179705" algn="l" rtl="0" eaLnBrk="1" fontAlgn="base" hangingPunct="1">
              <a:spcBef>
                <a:spcPts val="400"/>
              </a:spcBef>
              <a:spcAft>
                <a:spcPct val="0"/>
              </a:spcAft>
              <a:buSzPct val="80000"/>
              <a:buFont typeface="Wingdings" panose="05000000000000000000" pitchFamily="2" charset="2"/>
              <a:buChar char="n"/>
              <a:defRPr lang="en-US" sz="1600" b="0" i="0" kern="1200" dirty="0">
                <a:solidFill>
                  <a:schemeClr val="bg1"/>
                </a:solidFill>
                <a:latin typeface="等线" panose="02010600030101010101" pitchFamily="2" charset="-122"/>
                <a:ea typeface="等线" panose="02010600030101010101" pitchFamily="2" charset="-122"/>
                <a:cs typeface="+mj-cs"/>
              </a:defRPr>
            </a:lvl3pPr>
            <a:lvl4pPr marL="539750" indent="-179705" algn="l" rtl="0" eaLnBrk="1" fontAlgn="base" hangingPunct="1">
              <a:spcBef>
                <a:spcPts val="400"/>
              </a:spcBef>
              <a:spcAft>
                <a:spcPct val="0"/>
              </a:spcAft>
              <a:buSzPct val="80000"/>
              <a:buFont typeface="Wingdings" panose="05000000000000000000" pitchFamily="2" charset="2"/>
              <a:buChar char="n"/>
              <a:defRPr lang="en-US" sz="1600" b="0" i="0" kern="1200" dirty="0">
                <a:solidFill>
                  <a:schemeClr val="bg1"/>
                </a:solidFill>
                <a:latin typeface="等线" panose="02010600030101010101" pitchFamily="2" charset="-122"/>
                <a:ea typeface="等线" panose="02010600030101010101" pitchFamily="2" charset="-122"/>
                <a:cs typeface="+mj-cs"/>
              </a:defRPr>
            </a:lvl4pPr>
            <a:lvl5pPr marL="719455" indent="-179705" algn="l" rtl="0" eaLnBrk="1" fontAlgn="base" hangingPunct="1">
              <a:spcBef>
                <a:spcPts val="400"/>
              </a:spcBef>
              <a:spcAft>
                <a:spcPct val="0"/>
              </a:spcAft>
              <a:buFont typeface="Arial" panose="020B0604020202020204" pitchFamily="34" charset="0"/>
              <a:buChar char="‒"/>
              <a:defRPr lang="en-GB" sz="1600" b="0" i="0" kern="1200" dirty="0">
                <a:solidFill>
                  <a:schemeClr val="bg1"/>
                </a:solidFill>
                <a:latin typeface="等线" panose="02010600030101010101" pitchFamily="2" charset="-122"/>
                <a:ea typeface="等线" panose="02010600030101010101" pitchFamily="2" charset="-122"/>
                <a:cs typeface="+mj-cs"/>
              </a:defRPr>
            </a:lvl5pPr>
            <a:lvl6pPr marL="899795" indent="-179705" algn="l" defTabSz="914400" rtl="0" eaLnBrk="1" latinLnBrk="0" hangingPunct="1">
              <a:spcBef>
                <a:spcPts val="0"/>
              </a:spcBef>
              <a:spcAft>
                <a:spcPts val="300"/>
              </a:spcAft>
              <a:buFont typeface="Arial" panose="020B0604020202020204" pitchFamily="34" charset="0"/>
              <a:buChar char="•"/>
              <a:defRPr sz="1600" kern="1200" baseline="0">
                <a:solidFill>
                  <a:schemeClr val="tx2"/>
                </a:solidFill>
                <a:latin typeface="+mn-lt"/>
                <a:ea typeface="+mn-ea"/>
                <a:cs typeface="+mn-cs"/>
              </a:defRPr>
            </a:lvl6pPr>
            <a:lvl7pPr marL="1079500" indent="-179705" algn="l" defTabSz="914400" rtl="0" eaLnBrk="1" latinLnBrk="0" hangingPunct="1">
              <a:spcBef>
                <a:spcPts val="0"/>
              </a:spcBef>
              <a:spcAft>
                <a:spcPts val="300"/>
              </a:spcAft>
              <a:buFont typeface="Arial" panose="020B0604020202020204" pitchFamily="34" charset="0"/>
              <a:buChar char="‒"/>
              <a:defRPr sz="1400" kern="1200">
                <a:solidFill>
                  <a:schemeClr val="tx2"/>
                </a:solidFill>
                <a:latin typeface="+mn-lt"/>
                <a:ea typeface="+mn-ea"/>
                <a:cs typeface="+mn-cs"/>
              </a:defRPr>
            </a:lvl7pPr>
            <a:lvl8pPr marL="1259840" indent="-179705" algn="l" defTabSz="914400" rtl="0" eaLnBrk="1" latinLnBrk="0" hangingPunct="1">
              <a:spcBef>
                <a:spcPts val="0"/>
              </a:spcBef>
              <a:spcAft>
                <a:spcPts val="300"/>
              </a:spcAft>
              <a:buFont typeface="Arial" panose="020B0604020202020204" pitchFamily="34" charset="0"/>
              <a:buChar char="•"/>
              <a:defRPr sz="1400" kern="1200">
                <a:solidFill>
                  <a:schemeClr val="tx2"/>
                </a:solidFill>
                <a:latin typeface="+mn-lt"/>
                <a:ea typeface="+mn-ea"/>
                <a:cs typeface="+mn-cs"/>
              </a:defRPr>
            </a:lvl8pPr>
            <a:lvl9pPr marL="1440180" indent="-179705" algn="l" defTabSz="914400" rtl="0" eaLnBrk="1" latinLnBrk="0" hangingPunct="1">
              <a:spcBef>
                <a:spcPts val="0"/>
              </a:spcBef>
              <a:spcAft>
                <a:spcPts val="300"/>
              </a:spcAft>
              <a:buFont typeface="Arial" panose="020B0604020202020204" pitchFamily="34" charset="0"/>
              <a:buChar char="‒"/>
              <a:defRPr sz="1400" kern="1200">
                <a:solidFill>
                  <a:schemeClr val="tx2"/>
                </a:solidFill>
                <a:latin typeface="+mn-lt"/>
                <a:ea typeface="+mn-ea"/>
                <a:cs typeface="+mn-cs"/>
              </a:defRPr>
            </a:lvl9pPr>
          </a:lstStyle>
          <a:p>
            <a:r>
              <a:rPr lang="en-US" altLang="zh-CN" sz="2000" dirty="0">
                <a:latin typeface="Times New Roman" panose="02020603050405020304" charset="0"/>
                <a:ea typeface="宋体" panose="02010600030101010101" pitchFamily="2" charset="-122"/>
                <a:cs typeface="Times New Roman" panose="02020603050405020304" charset="0"/>
              </a:rPr>
              <a:t>2026.09.18</a:t>
            </a:r>
            <a:endParaRPr lang="en-US" altLang="zh-CN" sz="2000" dirty="0">
              <a:latin typeface="Times New Roman" panose="02020603050405020304" charset="0"/>
              <a:ea typeface="宋体" panose="02010600030101010101" pitchFamily="2" charset="-122"/>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61" name=""/>
        <p:cNvGrpSpPr/>
        <p:nvPr/>
      </p:nvGrpSpPr>
      <p:grpSpPr>
        <a:xfrm>
          <a:off x="0" y="0"/>
          <a:ext cx="0" cy="0"/>
          <a:chOff x="0" y="0"/>
          <a:chExt cx="0" cy="0"/>
        </a:xfrm>
      </p:grpSpPr>
      <p:sp>
        <p:nvSpPr>
          <p:cNvPr id="62" name="标题 4"/>
          <p:cNvSpPr>
            <a:spLocks noGrp="1"/>
          </p:cNvSpPr>
          <p:nvPr>
            <p:ph type="title"/>
          </p:nvPr>
        </p:nvSpPr>
        <p:spPr>
          <a:xfrm>
            <a:off x="570865" y="395605"/>
            <a:ext cx="11138535" cy="583565"/>
          </a:xfrm>
        </p:spPr>
        <p:txBody>
          <a:bodyPr wrap="square"/>
          <a:lstStyle/>
          <a:p>
            <a:r>
              <a:rPr lang="zh-CN" altLang="en-US">
                <a:latin typeface="微软雅黑" panose="020B0503020204020204" charset="-122"/>
                <a:ea typeface="微软雅黑" panose="020B0503020204020204" charset="-122"/>
                <a:sym typeface="+mn-ea"/>
              </a:rPr>
              <a:t>研究背景</a:t>
            </a:r>
            <a:endParaRPr lang="zh-CN" altLang="en-US">
              <a:latin typeface="微软雅黑" panose="020B0503020204020204" charset="-122"/>
              <a:ea typeface="微软雅黑" panose="020B0503020204020204" charset="-122"/>
              <a:sym typeface="+mn-ea"/>
            </a:endParaRPr>
          </a:p>
        </p:txBody>
      </p:sp>
      <p:sp>
        <p:nvSpPr>
          <p:cNvPr id="2" name="文本框 1"/>
          <p:cNvSpPr txBox="1"/>
          <p:nvPr/>
        </p:nvSpPr>
        <p:spPr>
          <a:xfrm>
            <a:off x="289560" y="1120775"/>
            <a:ext cx="11382375" cy="5316220"/>
          </a:xfrm>
          <a:prstGeom prst="rect">
            <a:avLst/>
          </a:prstGeom>
          <a:noFill/>
        </p:spPr>
        <p:txBody>
          <a:bodyPr wrap="square" lIns="0" tIns="0" rIns="0" bIns="0" rtlCol="0">
            <a:noAutofit/>
          </a:bodyPr>
          <a:p>
            <a:pPr>
              <a:lnSpc>
                <a:spcPct val="120000"/>
              </a:lnSpc>
              <a:spcAft>
                <a:spcPts val="300"/>
              </a:spcAft>
            </a:pPr>
            <a:r>
              <a:rPr lang="zh-CN" altLang="en-US" dirty="0">
                <a:latin typeface="微软雅黑" panose="020B0503020204020204" charset="-122"/>
                <a:ea typeface="微软雅黑" panose="020B0503020204020204" charset="-122"/>
                <a:cs typeface="微软雅黑" panose="020B0503020204020204" charset="-122"/>
              </a:rPr>
              <a:t>通信网络具有明显的</a:t>
            </a:r>
            <a:r>
              <a:rPr lang="zh-CN" altLang="en-US" b="1" dirty="0">
                <a:latin typeface="微软雅黑" panose="020B0503020204020204" charset="-122"/>
                <a:ea typeface="微软雅黑" panose="020B0503020204020204" charset="-122"/>
                <a:cs typeface="微软雅黑" panose="020B0503020204020204" charset="-122"/>
              </a:rPr>
              <a:t>动态性</a:t>
            </a:r>
            <a:r>
              <a:rPr lang="zh-CN" altLang="en-US" dirty="0">
                <a:latin typeface="微软雅黑" panose="020B0503020204020204" charset="-122"/>
                <a:ea typeface="微软雅黑" panose="020B0503020204020204" charset="-122"/>
                <a:cs typeface="微软雅黑" panose="020B0503020204020204" charset="-122"/>
              </a:rPr>
              <a:t>。无线信道会随位置和环境变化，业务负载会随时间波动，不同应用对吞吐量、时延和可靠性的要求也不相同。传统通信测试主要依靠</a:t>
            </a:r>
            <a:r>
              <a:rPr lang="zh-CN" altLang="en-US" b="1" dirty="0">
                <a:latin typeface="微软雅黑" panose="020B0503020204020204" charset="-122"/>
                <a:ea typeface="微软雅黑" panose="020B0503020204020204" charset="-122"/>
                <a:cs typeface="微软雅黑" panose="020B0503020204020204" charset="-122"/>
              </a:rPr>
              <a:t>固定周期测量、阈值判断和人工分析</a:t>
            </a:r>
            <a:r>
              <a:rPr lang="zh-CN" altLang="en-US" dirty="0">
                <a:latin typeface="微软雅黑" panose="020B0503020204020204" charset="-122"/>
                <a:ea typeface="微软雅黑" panose="020B0503020204020204" charset="-122"/>
                <a:cs typeface="微软雅黑" panose="020B0503020204020204" charset="-122"/>
              </a:rPr>
              <a:t>，能够观察当前网络状态，但在快速变化场景中面临三方面问题：</a:t>
            </a:r>
            <a:endParaRPr lang="zh-CN" altLang="en-US" dirty="0">
              <a:latin typeface="微软雅黑" panose="020B0503020204020204" charset="-122"/>
              <a:ea typeface="微软雅黑" panose="020B0503020204020204" charset="-122"/>
              <a:cs typeface="微软雅黑" panose="020B0503020204020204" charset="-122"/>
            </a:endParaRPr>
          </a:p>
          <a:p>
            <a:pPr>
              <a:lnSpc>
                <a:spcPct val="120000"/>
              </a:lnSpc>
              <a:spcAft>
                <a:spcPts val="300"/>
              </a:spcAft>
            </a:pPr>
            <a:endParaRPr lang="zh-CN" altLang="en-US" dirty="0">
              <a:latin typeface="微软雅黑" panose="020B0503020204020204" charset="-122"/>
              <a:ea typeface="微软雅黑" panose="020B0503020204020204" charset="-122"/>
              <a:cs typeface="微软雅黑" panose="020B0503020204020204" charset="-122"/>
            </a:endParaRPr>
          </a:p>
          <a:p>
            <a:pPr marL="285750" indent="-285750">
              <a:lnSpc>
                <a:spcPct val="120000"/>
              </a:lnSpc>
              <a:spcAft>
                <a:spcPts val="300"/>
              </a:spcAft>
              <a:buFont typeface="Arial" panose="020B0604020202020204" pitchFamily="34" charset="0"/>
              <a:buChar char="•"/>
            </a:pPr>
            <a:r>
              <a:rPr lang="zh-CN" altLang="en-US" dirty="0">
                <a:latin typeface="微软雅黑" panose="020B0503020204020204" charset="-122"/>
                <a:ea typeface="微软雅黑" panose="020B0503020204020204" charset="-122"/>
                <a:cs typeface="微软雅黑" panose="020B0503020204020204" charset="-122"/>
              </a:rPr>
              <a:t>持续采集和上报全部测量会</a:t>
            </a:r>
            <a:r>
              <a:rPr lang="zh-CN" altLang="en-US" b="1" dirty="0">
                <a:latin typeface="微软雅黑" panose="020B0503020204020204" charset="-122"/>
                <a:ea typeface="微软雅黑" panose="020B0503020204020204" charset="-122"/>
                <a:cs typeface="微软雅黑" panose="020B0503020204020204" charset="-122"/>
              </a:rPr>
              <a:t>增加终端功耗、存储和信令开销</a:t>
            </a:r>
            <a:r>
              <a:rPr lang="zh-CN" altLang="en-US" dirty="0">
                <a:latin typeface="微软雅黑" panose="020B0503020204020204" charset="-122"/>
                <a:ea typeface="微软雅黑" panose="020B0503020204020204" charset="-122"/>
                <a:cs typeface="微软雅黑" panose="020B0503020204020204" charset="-122"/>
              </a:rPr>
              <a:t>，大量稳定阶段的数据对异常分析和模型训练的价值有限；</a:t>
            </a:r>
            <a:endParaRPr lang="zh-CN" altLang="en-US" dirty="0">
              <a:latin typeface="微软雅黑" panose="020B0503020204020204" charset="-122"/>
              <a:ea typeface="微软雅黑" panose="020B0503020204020204" charset="-122"/>
              <a:cs typeface="微软雅黑" panose="020B0503020204020204" charset="-122"/>
            </a:endParaRPr>
          </a:p>
          <a:p>
            <a:pPr marL="285750" indent="-285750">
              <a:lnSpc>
                <a:spcPct val="120000"/>
              </a:lnSpc>
              <a:spcAft>
                <a:spcPts val="300"/>
              </a:spcAft>
              <a:buFont typeface="Arial" panose="020B0604020202020204" pitchFamily="34" charset="0"/>
              <a:buChar char="•"/>
            </a:pPr>
            <a:r>
              <a:rPr lang="en-US" altLang="zh-CN" dirty="0">
                <a:latin typeface="微软雅黑" panose="020B0503020204020204" charset="-122"/>
                <a:ea typeface="微软雅黑" panose="020B0503020204020204" charset="-122"/>
                <a:cs typeface="微软雅黑" panose="020B0503020204020204" charset="-122"/>
              </a:rPr>
              <a:t>RSRP、SINR</a:t>
            </a:r>
            <a:r>
              <a:rPr lang="zh-CN" altLang="en-US" dirty="0">
                <a:latin typeface="微软雅黑" panose="020B0503020204020204" charset="-122"/>
                <a:ea typeface="微软雅黑" panose="020B0503020204020204" charset="-122"/>
                <a:cs typeface="微软雅黑" panose="020B0503020204020204" charset="-122"/>
              </a:rPr>
              <a:t>和吞吐量等单一</a:t>
            </a:r>
            <a:r>
              <a:rPr lang="en-US" altLang="zh-CN" dirty="0">
                <a:latin typeface="微软雅黑" panose="020B0503020204020204" charset="-122"/>
                <a:ea typeface="微软雅黑" panose="020B0503020204020204" charset="-122"/>
                <a:cs typeface="微软雅黑" panose="020B0503020204020204" charset="-122"/>
              </a:rPr>
              <a:t>KPI</a:t>
            </a:r>
            <a:r>
              <a:rPr lang="zh-CN" altLang="en-US" b="1" dirty="0">
                <a:latin typeface="微软雅黑" panose="020B0503020204020204" charset="-122"/>
                <a:ea typeface="微软雅黑" panose="020B0503020204020204" charset="-122"/>
                <a:cs typeface="微软雅黑" panose="020B0503020204020204" charset="-122"/>
              </a:rPr>
              <a:t>无法直接反映视频卡顿、通话质量等用户体验</a:t>
            </a:r>
            <a:r>
              <a:rPr lang="zh-CN" altLang="en-US" dirty="0">
                <a:latin typeface="微软雅黑" panose="020B0503020204020204" charset="-122"/>
                <a:ea typeface="微软雅黑" panose="020B0503020204020204" charset="-122"/>
                <a:cs typeface="微软雅黑" panose="020B0503020204020204" charset="-122"/>
              </a:rPr>
              <a:t>，也难以识别复杂的时序异常；</a:t>
            </a:r>
            <a:endParaRPr lang="zh-CN" altLang="en-US" dirty="0">
              <a:latin typeface="微软雅黑" panose="020B0503020204020204" charset="-122"/>
              <a:ea typeface="微软雅黑" panose="020B0503020204020204" charset="-122"/>
              <a:cs typeface="微软雅黑" panose="020B0503020204020204" charset="-122"/>
            </a:endParaRPr>
          </a:p>
          <a:p>
            <a:pPr marL="285750" indent="-285750">
              <a:lnSpc>
                <a:spcPct val="120000"/>
              </a:lnSpc>
              <a:spcAft>
                <a:spcPts val="300"/>
              </a:spcAft>
              <a:buFont typeface="Arial" panose="020B0604020202020204" pitchFamily="34" charset="0"/>
              <a:buChar char="•"/>
            </a:pPr>
            <a:r>
              <a:rPr lang="zh-CN" altLang="en-US" dirty="0">
                <a:latin typeface="微软雅黑" panose="020B0503020204020204" charset="-122"/>
                <a:ea typeface="微软雅黑" panose="020B0503020204020204" charset="-122"/>
                <a:cs typeface="微软雅黑" panose="020B0503020204020204" charset="-122"/>
              </a:rPr>
              <a:t>测试结果通常停留在报表和曲线层面，</a:t>
            </a:r>
            <a:r>
              <a:rPr lang="zh-CN" altLang="en-US" b="1" dirty="0">
                <a:latin typeface="微软雅黑" panose="020B0503020204020204" charset="-122"/>
                <a:ea typeface="微软雅黑" panose="020B0503020204020204" charset="-122"/>
                <a:cs typeface="微软雅黑" panose="020B0503020204020204" charset="-122"/>
              </a:rPr>
              <a:t>未能及时转化为资源分配、切换或网络配置动作</a:t>
            </a:r>
            <a:r>
              <a:rPr lang="zh-CN" altLang="en-US" dirty="0">
                <a:latin typeface="微软雅黑" panose="020B0503020204020204" charset="-122"/>
                <a:ea typeface="微软雅黑" panose="020B0503020204020204" charset="-122"/>
                <a:cs typeface="微软雅黑" panose="020B0503020204020204" charset="-122"/>
              </a:rPr>
              <a:t>。</a:t>
            </a:r>
            <a:endParaRPr lang="zh-CN" altLang="en-US" dirty="0">
              <a:latin typeface="微软雅黑" panose="020B0503020204020204" charset="-122"/>
              <a:ea typeface="微软雅黑" panose="020B0503020204020204" charset="-122"/>
              <a:cs typeface="微软雅黑" panose="020B0503020204020204" charset="-122"/>
            </a:endParaRPr>
          </a:p>
          <a:p>
            <a:pPr>
              <a:lnSpc>
                <a:spcPct val="120000"/>
              </a:lnSpc>
              <a:spcAft>
                <a:spcPts val="300"/>
              </a:spcAft>
            </a:pPr>
            <a:endParaRPr lang="en-US" altLang="zh-CN" dirty="0">
              <a:latin typeface="微软雅黑" panose="020B0503020204020204" charset="-122"/>
              <a:ea typeface="微软雅黑" panose="020B0503020204020204" charset="-122"/>
              <a:cs typeface="微软雅黑" panose="020B0503020204020204" charset="-122"/>
            </a:endParaRPr>
          </a:p>
          <a:p>
            <a:pPr>
              <a:lnSpc>
                <a:spcPct val="120000"/>
              </a:lnSpc>
              <a:spcAft>
                <a:spcPts val="300"/>
              </a:spcAft>
            </a:pPr>
            <a:r>
              <a:rPr lang="en-US" altLang="zh-CN" b="1" dirty="0">
                <a:latin typeface="微软雅黑" panose="020B0503020204020204" charset="-122"/>
                <a:ea typeface="微软雅黑" panose="020B0503020204020204" charset="-122"/>
                <a:cs typeface="微软雅黑" panose="020B0503020204020204" charset="-122"/>
              </a:rPr>
              <a:t>AI</a:t>
            </a:r>
            <a:r>
              <a:rPr lang="zh-CN" altLang="en-US" dirty="0">
                <a:latin typeface="微软雅黑" panose="020B0503020204020204" charset="-122"/>
                <a:ea typeface="微软雅黑" panose="020B0503020204020204" charset="-122"/>
                <a:cs typeface="微软雅黑" panose="020B0503020204020204" charset="-122"/>
              </a:rPr>
              <a:t>为这些问题提供了新的处理方式：</a:t>
            </a:r>
            <a:endParaRPr lang="zh-CN" altLang="en-US" dirty="0">
              <a:latin typeface="微软雅黑" panose="020B0503020204020204" charset="-122"/>
              <a:ea typeface="微软雅黑" panose="020B0503020204020204" charset="-122"/>
              <a:cs typeface="微软雅黑" panose="020B0503020204020204" charset="-122"/>
            </a:endParaRPr>
          </a:p>
          <a:p>
            <a:pPr marL="285750" indent="-285750">
              <a:lnSpc>
                <a:spcPct val="120000"/>
              </a:lnSpc>
              <a:spcAft>
                <a:spcPts val="300"/>
              </a:spcAft>
              <a:buFont typeface="Arial" panose="020B0604020202020204" pitchFamily="34" charset="0"/>
              <a:buChar char="•"/>
            </a:pPr>
            <a:r>
              <a:rPr lang="zh-CN" altLang="en-US" b="1" dirty="0">
                <a:latin typeface="微软雅黑" panose="020B0503020204020204" charset="-122"/>
                <a:ea typeface="微软雅黑" panose="020B0503020204020204" charset="-122"/>
                <a:cs typeface="微软雅黑" panose="020B0503020204020204" charset="-122"/>
              </a:rPr>
              <a:t>可以根据历史测量预测未来状态；</a:t>
            </a:r>
            <a:endParaRPr lang="zh-CN" altLang="en-US" b="1" dirty="0">
              <a:latin typeface="微软雅黑" panose="020B0503020204020204" charset="-122"/>
              <a:ea typeface="微软雅黑" panose="020B0503020204020204" charset="-122"/>
              <a:cs typeface="微软雅黑" panose="020B0503020204020204" charset="-122"/>
            </a:endParaRPr>
          </a:p>
          <a:p>
            <a:pPr marL="285750" indent="-285750">
              <a:lnSpc>
                <a:spcPct val="120000"/>
              </a:lnSpc>
              <a:spcAft>
                <a:spcPts val="300"/>
              </a:spcAft>
              <a:buFont typeface="Arial" panose="020B0604020202020204" pitchFamily="34" charset="0"/>
              <a:buChar char="•"/>
            </a:pPr>
            <a:r>
              <a:rPr lang="zh-CN" altLang="en-US" b="1" dirty="0">
                <a:latin typeface="微软雅黑" panose="020B0503020204020204" charset="-122"/>
                <a:ea typeface="微软雅黑" panose="020B0503020204020204" charset="-122"/>
                <a:cs typeface="微软雅黑" panose="020B0503020204020204" charset="-122"/>
              </a:rPr>
              <a:t>从大量</a:t>
            </a:r>
            <a:r>
              <a:rPr lang="en-US" altLang="zh-CN" b="1" dirty="0">
                <a:latin typeface="微软雅黑" panose="020B0503020204020204" charset="-122"/>
                <a:ea typeface="微软雅黑" panose="020B0503020204020204" charset="-122"/>
                <a:cs typeface="微软雅黑" panose="020B0503020204020204" charset="-122"/>
              </a:rPr>
              <a:t>KPI</a:t>
            </a:r>
            <a:r>
              <a:rPr lang="zh-CN" altLang="en-US" b="1" dirty="0">
                <a:latin typeface="微软雅黑" panose="020B0503020204020204" charset="-122"/>
                <a:ea typeface="微软雅黑" panose="020B0503020204020204" charset="-122"/>
                <a:cs typeface="微软雅黑" panose="020B0503020204020204" charset="-122"/>
              </a:rPr>
              <a:t>中发现异常模式；</a:t>
            </a:r>
            <a:endParaRPr lang="zh-CN" altLang="en-US" b="1" dirty="0">
              <a:latin typeface="微软雅黑" panose="020B0503020204020204" charset="-122"/>
              <a:ea typeface="微软雅黑" panose="020B0503020204020204" charset="-122"/>
              <a:cs typeface="微软雅黑" panose="020B0503020204020204" charset="-122"/>
            </a:endParaRPr>
          </a:p>
          <a:p>
            <a:pPr marL="285750" indent="-285750">
              <a:lnSpc>
                <a:spcPct val="120000"/>
              </a:lnSpc>
              <a:spcAft>
                <a:spcPts val="300"/>
              </a:spcAft>
              <a:buFont typeface="Arial" panose="020B0604020202020204" pitchFamily="34" charset="0"/>
              <a:buChar char="•"/>
            </a:pPr>
            <a:r>
              <a:rPr lang="zh-CN" altLang="en-US" b="1" dirty="0">
                <a:latin typeface="微软雅黑" panose="020B0503020204020204" charset="-122"/>
                <a:ea typeface="微软雅黑" panose="020B0503020204020204" charset="-122"/>
                <a:cs typeface="微软雅黑" panose="020B0503020204020204" charset="-122"/>
              </a:rPr>
              <a:t>根据实时网络状态生成控制动作；</a:t>
            </a:r>
            <a:endParaRPr lang="zh-CN" altLang="en-US" b="1" dirty="0">
              <a:latin typeface="微软雅黑" panose="020B0503020204020204" charset="-122"/>
              <a:ea typeface="微软雅黑" panose="020B0503020204020204" charset="-122"/>
              <a:cs typeface="微软雅黑" panose="020B0503020204020204" charset="-122"/>
            </a:endParaRPr>
          </a:p>
          <a:p>
            <a:pPr marL="285750" indent="-285750">
              <a:lnSpc>
                <a:spcPct val="120000"/>
              </a:lnSpc>
              <a:spcAft>
                <a:spcPts val="300"/>
              </a:spcAft>
              <a:buFont typeface="Arial" panose="020B0604020202020204" pitchFamily="34" charset="0"/>
              <a:buChar char="•"/>
            </a:pPr>
            <a:r>
              <a:rPr lang="zh-CN" altLang="en-US" b="1" dirty="0">
                <a:latin typeface="微软雅黑" panose="020B0503020204020204" charset="-122"/>
                <a:ea typeface="微软雅黑" panose="020B0503020204020204" charset="-122"/>
                <a:cs typeface="微软雅黑" panose="020B0503020204020204" charset="-122"/>
              </a:rPr>
              <a:t>可以结合空间结构、卫星轨迹和网络配置，建立能够预测不同位置、时间及配置条件下通信状态的环境模型。</a:t>
            </a:r>
            <a:endParaRPr lang="zh-CN" altLang="en-US" b="1"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61" name=""/>
        <p:cNvGrpSpPr/>
        <p:nvPr/>
      </p:nvGrpSpPr>
      <p:grpSpPr>
        <a:xfrm>
          <a:off x="0" y="0"/>
          <a:ext cx="0" cy="0"/>
          <a:chOff x="0" y="0"/>
          <a:chExt cx="0" cy="0"/>
        </a:xfrm>
      </p:grpSpPr>
      <p:sp>
        <p:nvSpPr>
          <p:cNvPr id="62" name="标题 4"/>
          <p:cNvSpPr>
            <a:spLocks noGrp="1"/>
          </p:cNvSpPr>
          <p:nvPr>
            <p:ph type="title"/>
          </p:nvPr>
        </p:nvSpPr>
        <p:spPr>
          <a:xfrm>
            <a:off x="591820" y="360045"/>
            <a:ext cx="11117580" cy="619125"/>
          </a:xfrm>
        </p:spPr>
        <p:txBody>
          <a:bodyPr wrap="square">
            <a:noAutofit/>
          </a:bodyPr>
          <a:lstStyle/>
          <a:p>
            <a:r>
              <a:rPr lang="en-US" altLang="zh-CN">
                <a:latin typeface="微软雅黑" panose="020B0503020204020204" charset="-122"/>
                <a:ea typeface="微软雅黑" panose="020B0503020204020204" charset="-122"/>
                <a:sym typeface="+mn-ea"/>
              </a:rPr>
              <a:t>AI</a:t>
            </a:r>
            <a:r>
              <a:rPr lang="zh-CN" altLang="en-US">
                <a:latin typeface="微软雅黑" panose="020B0503020204020204" charset="-122"/>
                <a:ea typeface="微软雅黑" panose="020B0503020204020204" charset="-122"/>
                <a:sym typeface="+mn-ea"/>
              </a:rPr>
              <a:t>方法及作用</a:t>
            </a:r>
            <a:endParaRPr lang="zh-CN" altLang="en-US">
              <a:latin typeface="微软雅黑" panose="020B0503020204020204" charset="-122"/>
              <a:ea typeface="微软雅黑" panose="020B0503020204020204" charset="-122"/>
              <a:sym typeface="+mn-ea"/>
            </a:endParaRPr>
          </a:p>
        </p:txBody>
      </p:sp>
      <p:graphicFrame>
        <p:nvGraphicFramePr>
          <p:cNvPr id="2" name="表格 1"/>
          <p:cNvGraphicFramePr/>
          <p:nvPr>
            <p:custDataLst>
              <p:tags r:id="rId1"/>
            </p:custDataLst>
          </p:nvPr>
        </p:nvGraphicFramePr>
        <p:xfrm>
          <a:off x="565150" y="1229360"/>
          <a:ext cx="11012805" cy="5186045"/>
        </p:xfrm>
        <a:graphic>
          <a:graphicData uri="http://schemas.openxmlformats.org/drawingml/2006/table">
            <a:tbl>
              <a:tblPr firstRow="1" bandRow="1">
                <a:tableStyleId>{5C22544A-7EE6-4342-B048-85BDC9FD1C3A}</a:tableStyleId>
              </a:tblPr>
              <a:tblGrid>
                <a:gridCol w="2591435"/>
                <a:gridCol w="2757170"/>
                <a:gridCol w="3361055"/>
                <a:gridCol w="2303145"/>
              </a:tblGrid>
              <a:tr h="684530">
                <a:tc>
                  <a:txBody>
                    <a:bodyPr/>
                    <a:p>
                      <a:pPr algn="ctr">
                        <a:lnSpc>
                          <a:spcPct val="120000"/>
                        </a:lnSpc>
                      </a:pPr>
                      <a:r>
                        <a:rPr lang="zh-CN" altLang="en-US" sz="1800" spc="130">
                          <a:latin typeface="微软雅黑" panose="020B0503020204020204" charset="-122"/>
                          <a:ea typeface="微软雅黑" panose="020B0503020204020204" charset="-122"/>
                        </a:rPr>
                        <a:t>方法类别</a:t>
                      </a:r>
                      <a:endParaRPr lang="zh-CN" altLang="en-US" sz="1800" spc="130">
                        <a:latin typeface="微软雅黑" panose="020B0503020204020204" charset="-122"/>
                        <a:ea typeface="微软雅黑" panose="020B0503020204020204" charset="-122"/>
                      </a:endParaRPr>
                    </a:p>
                  </a:txBody>
                  <a:tcPr marL="254000" marR="254000" marT="177800" marB="177800" anchor="ctr" anchorCtr="0"/>
                </a:tc>
                <a:tc>
                  <a:txBody>
                    <a:bodyPr/>
                    <a:p>
                      <a:pPr algn="ctr">
                        <a:lnSpc>
                          <a:spcPct val="120000"/>
                        </a:lnSpc>
                      </a:pPr>
                      <a:r>
                        <a:rPr lang="zh-CN" altLang="en-US" sz="1800" spc="130">
                          <a:latin typeface="微软雅黑" panose="020B0503020204020204" charset="-122"/>
                          <a:ea typeface="微软雅黑" panose="020B0503020204020204" charset="-122"/>
                        </a:rPr>
                        <a:t>具体方法</a:t>
                      </a:r>
                      <a:endParaRPr lang="zh-CN" altLang="en-US" sz="1800" spc="130">
                        <a:latin typeface="微软雅黑" panose="020B0503020204020204" charset="-122"/>
                        <a:ea typeface="微软雅黑" panose="020B0503020204020204" charset="-122"/>
                      </a:endParaRPr>
                    </a:p>
                  </a:txBody>
                  <a:tcPr marL="254000" marR="254000" marT="177800" marB="177800" anchor="ctr" anchorCtr="0"/>
                </a:tc>
                <a:tc>
                  <a:txBody>
                    <a:bodyPr/>
                    <a:p>
                      <a:pPr algn="ctr">
                        <a:lnSpc>
                          <a:spcPct val="120000"/>
                        </a:lnSpc>
                      </a:pPr>
                      <a:r>
                        <a:rPr lang="zh-CN" altLang="en-US" sz="1800" spc="130">
                          <a:latin typeface="微软雅黑" panose="020B0503020204020204" charset="-122"/>
                          <a:ea typeface="微软雅黑" panose="020B0503020204020204" charset="-122"/>
                        </a:rPr>
                        <a:t>与通信结合的内容</a:t>
                      </a:r>
                      <a:endParaRPr lang="zh-CN" altLang="en-US" sz="1800" spc="130">
                        <a:latin typeface="微软雅黑" panose="020B0503020204020204" charset="-122"/>
                        <a:ea typeface="微软雅黑" panose="020B0503020204020204" charset="-122"/>
                      </a:endParaRPr>
                    </a:p>
                  </a:txBody>
                  <a:tcPr marL="254000" marR="254000" marT="177800" marB="177800" anchor="ctr" anchorCtr="0"/>
                </a:tc>
                <a:tc>
                  <a:txBody>
                    <a:bodyPr/>
                    <a:p>
                      <a:pPr algn="ctr">
                        <a:lnSpc>
                          <a:spcPct val="120000"/>
                        </a:lnSpc>
                      </a:pPr>
                      <a:r>
                        <a:rPr lang="zh-CN" altLang="en-US" sz="1800" spc="130">
                          <a:latin typeface="微软雅黑" panose="020B0503020204020204" charset="-122"/>
                          <a:ea typeface="微软雅黑" panose="020B0503020204020204" charset="-122"/>
                        </a:rPr>
                        <a:t>代表研究</a:t>
                      </a:r>
                      <a:endParaRPr lang="zh-CN" altLang="en-US" sz="1800" spc="130">
                        <a:latin typeface="微软雅黑" panose="020B0503020204020204" charset="-122"/>
                        <a:ea typeface="微软雅黑" panose="020B0503020204020204" charset="-122"/>
                      </a:endParaRPr>
                    </a:p>
                  </a:txBody>
                  <a:tcPr marL="254000" marR="254000" marT="177800" marB="177800" anchor="ctr" anchorCtr="0"/>
                </a:tc>
              </a:tr>
              <a:tr h="939800">
                <a:tc>
                  <a:txBody>
                    <a:bodyPr/>
                    <a:p>
                      <a:pPr algn="l">
                        <a:lnSpc>
                          <a:spcPct val="120000"/>
                        </a:lnSpc>
                      </a:pPr>
                      <a:r>
                        <a:rPr lang="zh-CN" altLang="en-US" sz="1600">
                          <a:latin typeface="微软雅黑" panose="020B0503020204020204" charset="-122"/>
                          <a:ea typeface="微软雅黑" panose="020B0503020204020204" charset="-122"/>
                        </a:rPr>
                        <a:t>状态预测与</a:t>
                      </a:r>
                      <a:r>
                        <a:rPr lang="zh-CN" altLang="en-US" sz="1600">
                          <a:latin typeface="微软雅黑" panose="020B0503020204020204" charset="-122"/>
                          <a:ea typeface="微软雅黑" panose="020B0503020204020204" charset="-122"/>
                        </a:rPr>
                        <a:t>异常分析</a:t>
                      </a:r>
                      <a:endParaRPr lang="zh-CN" altLang="en-US" sz="1600">
                        <a:latin typeface="微软雅黑" panose="020B0503020204020204" charset="-122"/>
                        <a:ea typeface="微软雅黑" panose="020B0503020204020204" charset="-122"/>
                      </a:endParaRPr>
                    </a:p>
                  </a:txBody>
                  <a:tcPr marL="254000" marR="254000" marT="177800" marB="177800" anchor="ctr" anchorCtr="0"/>
                </a:tc>
                <a:tc>
                  <a:txBody>
                    <a:bodyPr/>
                    <a:p>
                      <a:pPr algn="l">
                        <a:lnSpc>
                          <a:spcPct val="120000"/>
                        </a:lnSpc>
                      </a:pPr>
                      <a:r>
                        <a:rPr lang="en-US" altLang="zh-CN" sz="1600">
                          <a:latin typeface="微软雅黑" panose="020B0503020204020204" charset="-122"/>
                          <a:ea typeface="微软雅黑" panose="020B0503020204020204" charset="-122"/>
                          <a:cs typeface="微软雅黑" panose="020B0503020204020204" charset="-122"/>
                        </a:rPr>
                        <a:t>CNN</a:t>
                      </a:r>
                      <a:r>
                        <a:rPr lang="zh-CN" altLang="en-US" sz="1600">
                          <a:latin typeface="微软雅黑" panose="020B0503020204020204" charset="-122"/>
                          <a:ea typeface="微软雅黑" panose="020B0503020204020204" charset="-122"/>
                          <a:cs typeface="微软雅黑" panose="020B0503020204020204" charset="-122"/>
                        </a:rPr>
                        <a:t>、</a:t>
                      </a:r>
                      <a:r>
                        <a:rPr lang="en-US" altLang="zh-CN" sz="1600">
                          <a:latin typeface="微软雅黑" panose="020B0503020204020204" charset="-122"/>
                          <a:ea typeface="微软雅黑" panose="020B0503020204020204" charset="-122"/>
                          <a:cs typeface="微软雅黑" panose="020B0503020204020204" charset="-122"/>
                        </a:rPr>
                        <a:t>LSTM</a:t>
                      </a:r>
                      <a:r>
                        <a:rPr lang="zh-CN" altLang="en-US" sz="1600">
                          <a:latin typeface="微软雅黑" panose="020B0503020204020204" charset="-122"/>
                          <a:ea typeface="微软雅黑" panose="020B0503020204020204" charset="-122"/>
                          <a:cs typeface="微软雅黑" panose="020B0503020204020204" charset="-122"/>
                        </a:rPr>
                        <a:t>、</a:t>
                      </a:r>
                      <a:r>
                        <a:rPr lang="en-US" altLang="zh-CN" sz="1600">
                          <a:latin typeface="微软雅黑" panose="020B0503020204020204" charset="-122"/>
                          <a:ea typeface="微软雅黑" panose="020B0503020204020204" charset="-122"/>
                          <a:cs typeface="微软雅黑" panose="020B0503020204020204" charset="-122"/>
                        </a:rPr>
                        <a:t>Transformer</a:t>
                      </a:r>
                      <a:r>
                        <a:rPr lang="zh-CN" altLang="en-US" sz="1600">
                          <a:latin typeface="微软雅黑" panose="020B0503020204020204" charset="-122"/>
                          <a:ea typeface="微软雅黑" panose="020B0503020204020204" charset="-122"/>
                          <a:cs typeface="微软雅黑" panose="020B0503020204020204" charset="-122"/>
                        </a:rPr>
                        <a:t>、</a:t>
                      </a:r>
                      <a:r>
                        <a:rPr lang="en-US" altLang="zh-CN" sz="1600">
                          <a:latin typeface="微软雅黑" panose="020B0503020204020204" charset="-122"/>
                          <a:ea typeface="微软雅黑" panose="020B0503020204020204" charset="-122"/>
                          <a:cs typeface="微软雅黑" panose="020B0503020204020204" charset="-122"/>
                        </a:rPr>
                        <a:t>GAN</a:t>
                      </a:r>
                      <a:endParaRPr lang="en-US" altLang="zh-CN" sz="1600">
                        <a:latin typeface="微软雅黑" panose="020B0503020204020204" charset="-122"/>
                        <a:ea typeface="微软雅黑" panose="020B0503020204020204" charset="-122"/>
                        <a:cs typeface="微软雅黑" panose="020B0503020204020204" charset="-122"/>
                      </a:endParaRPr>
                    </a:p>
                  </a:txBody>
                  <a:tcPr marL="254000" marR="254000" marT="177800" marB="177800" anchor="ctr" anchorCtr="0"/>
                </a:tc>
                <a:tc>
                  <a:txBody>
                    <a:bodyPr/>
                    <a:p>
                      <a:pPr algn="l">
                        <a:lnSpc>
                          <a:spcPct val="120000"/>
                        </a:lnSpc>
                      </a:pPr>
                      <a:r>
                        <a:rPr lang="zh-CN" altLang="en-US" sz="1600">
                          <a:latin typeface="微软雅黑" panose="020B0503020204020204" charset="-122"/>
                          <a:ea typeface="微软雅黑" panose="020B0503020204020204" charset="-122"/>
                          <a:cs typeface="微软雅黑" panose="020B0503020204020204" charset="-122"/>
                        </a:rPr>
                        <a:t>预测</a:t>
                      </a:r>
                      <a:r>
                        <a:rPr lang="en-US" altLang="zh-CN" sz="1600">
                          <a:latin typeface="微软雅黑" panose="020B0503020204020204" charset="-122"/>
                          <a:ea typeface="微软雅黑" panose="020B0503020204020204" charset="-122"/>
                          <a:cs typeface="微软雅黑" panose="020B0503020204020204" charset="-122"/>
                        </a:rPr>
                        <a:t>RSRP</a:t>
                      </a:r>
                      <a:r>
                        <a:rPr lang="zh-CN" altLang="en-US" sz="1600">
                          <a:latin typeface="微软雅黑" panose="020B0503020204020204" charset="-122"/>
                          <a:ea typeface="微软雅黑" panose="020B0503020204020204" charset="-122"/>
                          <a:cs typeface="微软雅黑" panose="020B0503020204020204" charset="-122"/>
                        </a:rPr>
                        <a:t>和</a:t>
                      </a:r>
                      <a:r>
                        <a:rPr lang="en-US" altLang="zh-CN" sz="1600">
                          <a:latin typeface="微软雅黑" panose="020B0503020204020204" charset="-122"/>
                          <a:ea typeface="微软雅黑" panose="020B0503020204020204" charset="-122"/>
                          <a:cs typeface="微软雅黑" panose="020B0503020204020204" charset="-122"/>
                        </a:rPr>
                        <a:t>QoE，</a:t>
                      </a:r>
                      <a:r>
                        <a:rPr lang="zh-CN" altLang="en-US" sz="1600">
                          <a:latin typeface="微软雅黑" panose="020B0503020204020204" charset="-122"/>
                          <a:ea typeface="微软雅黑" panose="020B0503020204020204" charset="-122"/>
                          <a:cs typeface="微软雅黑" panose="020B0503020204020204" charset="-122"/>
                        </a:rPr>
                        <a:t>识别</a:t>
                      </a:r>
                      <a:r>
                        <a:rPr lang="en-US" altLang="zh-CN" sz="1600">
                          <a:latin typeface="微软雅黑" panose="020B0503020204020204" charset="-122"/>
                          <a:ea typeface="微软雅黑" panose="020B0503020204020204" charset="-122"/>
                          <a:cs typeface="微软雅黑" panose="020B0503020204020204" charset="-122"/>
                        </a:rPr>
                        <a:t>KPI</a:t>
                      </a:r>
                      <a:r>
                        <a:rPr lang="zh-CN" altLang="en-US" sz="1600">
                          <a:latin typeface="微软雅黑" panose="020B0503020204020204" charset="-122"/>
                          <a:ea typeface="微软雅黑" panose="020B0503020204020204" charset="-122"/>
                          <a:cs typeface="微软雅黑" panose="020B0503020204020204" charset="-122"/>
                        </a:rPr>
                        <a:t>时序异常</a:t>
                      </a:r>
                      <a:endParaRPr lang="zh-CN" altLang="en-US" sz="1600">
                        <a:latin typeface="微软雅黑" panose="020B0503020204020204" charset="-122"/>
                        <a:ea typeface="微软雅黑" panose="020B0503020204020204" charset="-122"/>
                        <a:cs typeface="微软雅黑" panose="020B0503020204020204" charset="-122"/>
                      </a:endParaRPr>
                    </a:p>
                  </a:txBody>
                  <a:tcPr marL="254000" marR="254000" marT="177800" marB="177800" anchor="ctr" anchorCtr="0"/>
                </a:tc>
                <a:tc>
                  <a:txBody>
                    <a:bodyPr/>
                    <a:p>
                      <a:pPr algn="l">
                        <a:lnSpc>
                          <a:spcPct val="120000"/>
                        </a:lnSpc>
                      </a:pPr>
                      <a:r>
                        <a:rPr lang="zh-CN" altLang="en-US" sz="1600">
                          <a:latin typeface="微软雅黑" panose="020B0503020204020204" charset="-122"/>
                          <a:ea typeface="微软雅黑" panose="020B0503020204020204" charset="-122"/>
                          <a:cs typeface="微软雅黑" panose="020B0503020204020204" charset="-122"/>
                        </a:rPr>
                        <a:t>高铁移动性、</a:t>
                      </a:r>
                      <a:r>
                        <a:rPr lang="en-US" altLang="zh-CN" sz="1600">
                          <a:latin typeface="微软雅黑" panose="020B0503020204020204" charset="-122"/>
                          <a:ea typeface="微软雅黑" panose="020B0503020204020204" charset="-122"/>
                          <a:cs typeface="微软雅黑" panose="020B0503020204020204" charset="-122"/>
                        </a:rPr>
                        <a:t>RIC</a:t>
                      </a:r>
                      <a:r>
                        <a:rPr lang="zh-CN" altLang="en-US" sz="1600">
                          <a:latin typeface="微软雅黑" panose="020B0503020204020204" charset="-122"/>
                          <a:ea typeface="微软雅黑" panose="020B0503020204020204" charset="-122"/>
                          <a:cs typeface="微软雅黑" panose="020B0503020204020204" charset="-122"/>
                        </a:rPr>
                        <a:t>视频</a:t>
                      </a:r>
                      <a:r>
                        <a:rPr lang="en-US" altLang="zh-CN" sz="1600">
                          <a:latin typeface="微软雅黑" panose="020B0503020204020204" charset="-122"/>
                          <a:ea typeface="微软雅黑" panose="020B0503020204020204" charset="-122"/>
                          <a:cs typeface="微软雅黑" panose="020B0503020204020204" charset="-122"/>
                        </a:rPr>
                        <a:t>QoE</a:t>
                      </a:r>
                      <a:r>
                        <a:rPr lang="zh-CN" altLang="en-US" sz="1600">
                          <a:latin typeface="微软雅黑" panose="020B0503020204020204" charset="-122"/>
                          <a:ea typeface="微软雅黑" panose="020B0503020204020204" charset="-122"/>
                          <a:cs typeface="微软雅黑" panose="020B0503020204020204" charset="-122"/>
                        </a:rPr>
                        <a:t>、</a:t>
                      </a:r>
                      <a:r>
                        <a:rPr lang="en-US" altLang="zh-CN" sz="1600">
                          <a:latin typeface="微软雅黑" panose="020B0503020204020204" charset="-122"/>
                          <a:ea typeface="微软雅黑" panose="020B0503020204020204" charset="-122"/>
                          <a:cs typeface="微软雅黑" panose="020B0503020204020204" charset="-122"/>
                        </a:rPr>
                        <a:t>RANGAN</a:t>
                      </a:r>
                      <a:endParaRPr lang="en-US" altLang="zh-CN" sz="1600">
                        <a:latin typeface="微软雅黑" panose="020B0503020204020204" charset="-122"/>
                        <a:ea typeface="微软雅黑" panose="020B0503020204020204" charset="-122"/>
                        <a:cs typeface="微软雅黑" panose="020B0503020204020204" charset="-122"/>
                      </a:endParaRPr>
                    </a:p>
                  </a:txBody>
                  <a:tcPr marL="254000" marR="254000" marT="177800" marB="177800" anchor="ctr" anchorCtr="0"/>
                </a:tc>
              </a:tr>
              <a:tr h="1231900">
                <a:tc>
                  <a:txBody>
                    <a:bodyPr/>
                    <a:p>
                      <a:pPr algn="l">
                        <a:lnSpc>
                          <a:spcPct val="120000"/>
                        </a:lnSpc>
                      </a:pPr>
                      <a:r>
                        <a:rPr lang="zh-CN" altLang="en-US" sz="1600">
                          <a:latin typeface="微软雅黑" panose="020B0503020204020204" charset="-122"/>
                          <a:ea typeface="微软雅黑" panose="020B0503020204020204" charset="-122"/>
                        </a:rPr>
                        <a:t>网络决策与安全控制</a:t>
                      </a:r>
                      <a:endParaRPr lang="zh-CN" altLang="en-US" sz="1600">
                        <a:latin typeface="微软雅黑" panose="020B0503020204020204" charset="-122"/>
                        <a:ea typeface="微软雅黑" panose="020B0503020204020204" charset="-122"/>
                      </a:endParaRPr>
                    </a:p>
                  </a:txBody>
                  <a:tcPr marL="254000" marR="254000" marT="177800" marB="177800" anchor="ctr" anchorCtr="0"/>
                </a:tc>
                <a:tc>
                  <a:txBody>
                    <a:bodyPr/>
                    <a:p>
                      <a:pPr algn="l">
                        <a:lnSpc>
                          <a:spcPct val="120000"/>
                        </a:lnSpc>
                      </a:pPr>
                      <a:r>
                        <a:rPr lang="en-US" altLang="zh-CN" sz="1600">
                          <a:latin typeface="微软雅黑" panose="020B0503020204020204" charset="-122"/>
                          <a:ea typeface="微软雅黑" panose="020B0503020204020204" charset="-122"/>
                          <a:cs typeface="微软雅黑" panose="020B0503020204020204" charset="-122"/>
                        </a:rPr>
                        <a:t>Actor-Critic（PPO、A2C）、MPC、</a:t>
                      </a:r>
                      <a:r>
                        <a:rPr lang="zh-CN" altLang="en-US" sz="1600">
                          <a:latin typeface="微软雅黑" panose="020B0503020204020204" charset="-122"/>
                          <a:ea typeface="微软雅黑" panose="020B0503020204020204" charset="-122"/>
                          <a:cs typeface="微软雅黑" panose="020B0503020204020204" charset="-122"/>
                        </a:rPr>
                        <a:t>动作安全模型</a:t>
                      </a:r>
                      <a:endParaRPr lang="zh-CN" altLang="en-US" sz="1600">
                        <a:latin typeface="微软雅黑" panose="020B0503020204020204" charset="-122"/>
                        <a:ea typeface="微软雅黑" panose="020B0503020204020204" charset="-122"/>
                        <a:cs typeface="微软雅黑" panose="020B0503020204020204" charset="-122"/>
                      </a:endParaRPr>
                    </a:p>
                  </a:txBody>
                  <a:tcPr marL="254000" marR="254000" marT="177800" marB="177800" anchor="ctr" anchorCtr="0"/>
                </a:tc>
                <a:tc>
                  <a:txBody>
                    <a:bodyPr/>
                    <a:p>
                      <a:pPr algn="l">
                        <a:lnSpc>
                          <a:spcPct val="120000"/>
                        </a:lnSpc>
                      </a:pPr>
                      <a:r>
                        <a:rPr lang="zh-CN" altLang="en-US" sz="1600">
                          <a:latin typeface="微软雅黑" panose="020B0503020204020204" charset="-122"/>
                          <a:ea typeface="微软雅黑" panose="020B0503020204020204" charset="-122"/>
                        </a:rPr>
                        <a:t>根据实时网络状态生成资源分配、切换和视频码率动作</a:t>
                      </a:r>
                      <a:endParaRPr lang="zh-CN" altLang="en-US" sz="1600">
                        <a:latin typeface="微软雅黑" panose="020B0503020204020204" charset="-122"/>
                        <a:ea typeface="微软雅黑" panose="020B0503020204020204" charset="-122"/>
                      </a:endParaRPr>
                    </a:p>
                  </a:txBody>
                  <a:tcPr marL="254000" marR="254000" marT="177800" marB="177800" anchor="ctr" anchorCtr="0"/>
                </a:tc>
                <a:tc>
                  <a:txBody>
                    <a:bodyPr/>
                    <a:p>
                      <a:pPr algn="l">
                        <a:lnSpc>
                          <a:spcPct val="120000"/>
                        </a:lnSpc>
                      </a:pPr>
                      <a:r>
                        <a:rPr lang="en-US" altLang="zh-CN" sz="1600">
                          <a:latin typeface="微软雅黑" panose="020B0503020204020204" charset="-122"/>
                          <a:ea typeface="微软雅黑" panose="020B0503020204020204" charset="-122"/>
                          <a:cs typeface="微软雅黑" panose="020B0503020204020204" charset="-122"/>
                        </a:rPr>
                        <a:t>xSlice</a:t>
                      </a:r>
                      <a:r>
                        <a:rPr lang="zh-CN" altLang="en-US" sz="1600">
                          <a:latin typeface="微软雅黑" panose="020B0503020204020204" charset="-122"/>
                          <a:ea typeface="微软雅黑" panose="020B0503020204020204" charset="-122"/>
                          <a:cs typeface="微软雅黑" panose="020B0503020204020204" charset="-122"/>
                        </a:rPr>
                        <a:t>、</a:t>
                      </a:r>
                      <a:r>
                        <a:rPr lang="en-US" altLang="zh-CN" sz="1600">
                          <a:latin typeface="微软雅黑" panose="020B0503020204020204" charset="-122"/>
                          <a:ea typeface="微软雅黑" panose="020B0503020204020204" charset="-122"/>
                          <a:cs typeface="微软雅黑" panose="020B0503020204020204" charset="-122"/>
                        </a:rPr>
                        <a:t>SafeSlice</a:t>
                      </a:r>
                      <a:r>
                        <a:rPr lang="zh-CN" altLang="en-US" sz="1600">
                          <a:latin typeface="微软雅黑" panose="020B0503020204020204" charset="-122"/>
                          <a:ea typeface="微软雅黑" panose="020B0503020204020204" charset="-122"/>
                          <a:cs typeface="微软雅黑" panose="020B0503020204020204" charset="-122"/>
                        </a:rPr>
                        <a:t>、</a:t>
                      </a:r>
                      <a:r>
                        <a:rPr lang="en-US" altLang="zh-CN" sz="1600">
                          <a:latin typeface="微软雅黑" panose="020B0503020204020204" charset="-122"/>
                          <a:ea typeface="微软雅黑" panose="020B0503020204020204" charset="-122"/>
                          <a:cs typeface="微软雅黑" panose="020B0503020204020204" charset="-122"/>
                        </a:rPr>
                        <a:t>Joint LEO</a:t>
                      </a:r>
                      <a:endParaRPr lang="en-US" altLang="zh-CN" sz="1600">
                        <a:latin typeface="微软雅黑" panose="020B0503020204020204" charset="-122"/>
                        <a:ea typeface="微软雅黑" panose="020B0503020204020204" charset="-122"/>
                        <a:cs typeface="微软雅黑" panose="020B0503020204020204" charset="-122"/>
                      </a:endParaRPr>
                    </a:p>
                  </a:txBody>
                  <a:tcPr marL="254000" marR="254000" marT="177800" marB="177800" anchor="ctr" anchorCtr="0"/>
                </a:tc>
              </a:tr>
              <a:tr h="1097915">
                <a:tc>
                  <a:txBody>
                    <a:bodyPr/>
                    <a:p>
                      <a:pPr algn="l">
                        <a:lnSpc>
                          <a:spcPct val="120000"/>
                        </a:lnSpc>
                      </a:pPr>
                      <a:r>
                        <a:rPr lang="zh-CN" altLang="en-US" sz="1600">
                          <a:latin typeface="微软雅黑" panose="020B0503020204020204" charset="-122"/>
                          <a:ea typeface="微软雅黑" panose="020B0503020204020204" charset="-122"/>
                        </a:rPr>
                        <a:t>空间与数字孪生建模</a:t>
                      </a:r>
                      <a:endParaRPr lang="zh-CN" altLang="en-US" sz="1600">
                        <a:latin typeface="微软雅黑" panose="020B0503020204020204" charset="-122"/>
                        <a:ea typeface="微软雅黑" panose="020B0503020204020204" charset="-122"/>
                      </a:endParaRPr>
                    </a:p>
                  </a:txBody>
                  <a:tcPr marL="254000" marR="254000" marT="177800" marB="177800" anchor="ctr" anchorCtr="0"/>
                </a:tc>
                <a:tc>
                  <a:txBody>
                    <a:bodyPr/>
                    <a:p>
                      <a:pPr algn="l">
                        <a:lnSpc>
                          <a:spcPct val="120000"/>
                        </a:lnSpc>
                      </a:pPr>
                      <a:r>
                        <a:rPr lang="en-US" altLang="zh-CN" sz="1600">
                          <a:latin typeface="微软雅黑" panose="020B0503020204020204" charset="-122"/>
                          <a:ea typeface="微软雅黑" panose="020B0503020204020204" charset="-122"/>
                          <a:cs typeface="微软雅黑" panose="020B0503020204020204" charset="-122"/>
                        </a:rPr>
                        <a:t>3D Gaussian</a:t>
                      </a:r>
                      <a:r>
                        <a:rPr lang="zh-CN" altLang="en-US" sz="1600">
                          <a:latin typeface="微软雅黑" panose="020B0503020204020204" charset="-122"/>
                          <a:ea typeface="微软雅黑" panose="020B0503020204020204" charset="-122"/>
                          <a:cs typeface="微软雅黑" panose="020B0503020204020204" charset="-122"/>
                        </a:rPr>
                        <a:t>、</a:t>
                      </a:r>
                      <a:r>
                        <a:rPr lang="en-US" altLang="zh-CN" sz="1600">
                          <a:latin typeface="微软雅黑" panose="020B0503020204020204" charset="-122"/>
                          <a:ea typeface="微软雅黑" panose="020B0503020204020204" charset="-122"/>
                          <a:cs typeface="微软雅黑" panose="020B0503020204020204" charset="-122"/>
                        </a:rPr>
                        <a:t>AutoML</a:t>
                      </a:r>
                      <a:endParaRPr lang="en-US" altLang="zh-CN" sz="1600">
                        <a:latin typeface="微软雅黑" panose="020B0503020204020204" charset="-122"/>
                        <a:ea typeface="微软雅黑" panose="020B0503020204020204" charset="-122"/>
                        <a:cs typeface="微软雅黑" panose="020B0503020204020204" charset="-122"/>
                      </a:endParaRPr>
                    </a:p>
                  </a:txBody>
                  <a:tcPr marL="254000" marR="254000" marT="177800" marB="177800" anchor="ctr" anchorCtr="0"/>
                </a:tc>
                <a:tc>
                  <a:txBody>
                    <a:bodyPr/>
                    <a:p>
                      <a:pPr algn="l">
                        <a:lnSpc>
                          <a:spcPct val="120000"/>
                        </a:lnSpc>
                      </a:pPr>
                      <a:r>
                        <a:rPr lang="zh-CN" altLang="en-US" sz="1600">
                          <a:latin typeface="微软雅黑" panose="020B0503020204020204" charset="-122"/>
                          <a:ea typeface="微软雅黑" panose="020B0503020204020204" charset="-122"/>
                          <a:cs typeface="微软雅黑" panose="020B0503020204020204" charset="-122"/>
                        </a:rPr>
                        <a:t>利用稀疏测量构建</a:t>
                      </a:r>
                      <a:r>
                        <a:rPr lang="en-US" altLang="zh-CN" sz="1600">
                          <a:latin typeface="微软雅黑" panose="020B0503020204020204" charset="-122"/>
                          <a:ea typeface="微软雅黑" panose="020B0503020204020204" charset="-122"/>
                          <a:cs typeface="微软雅黑" panose="020B0503020204020204" charset="-122"/>
                        </a:rPr>
                        <a:t>Radio Map，</a:t>
                      </a:r>
                      <a:r>
                        <a:rPr lang="zh-CN" altLang="en-US" sz="1600">
                          <a:latin typeface="微软雅黑" panose="020B0503020204020204" charset="-122"/>
                          <a:ea typeface="微软雅黑" panose="020B0503020204020204" charset="-122"/>
                          <a:cs typeface="微软雅黑" panose="020B0503020204020204" charset="-122"/>
                        </a:rPr>
                        <a:t>自动生成网络单元孪生</a:t>
                      </a:r>
                      <a:endParaRPr lang="zh-CN" altLang="en-US" sz="1600">
                        <a:latin typeface="微软雅黑" panose="020B0503020204020204" charset="-122"/>
                        <a:ea typeface="微软雅黑" panose="020B0503020204020204" charset="-122"/>
                        <a:cs typeface="微软雅黑" panose="020B0503020204020204" charset="-122"/>
                      </a:endParaRPr>
                    </a:p>
                  </a:txBody>
                  <a:tcPr marL="254000" marR="254000" marT="177800" marB="177800" anchor="ctr" anchorCtr="0"/>
                </a:tc>
                <a:tc>
                  <a:txBody>
                    <a:bodyPr/>
                    <a:p>
                      <a:pPr algn="l">
                        <a:lnSpc>
                          <a:spcPct val="120000"/>
                        </a:lnSpc>
                      </a:pPr>
                      <a:r>
                        <a:rPr lang="en-US" altLang="zh-CN" sz="1600">
                          <a:latin typeface="微软雅黑" panose="020B0503020204020204" charset="-122"/>
                          <a:ea typeface="微软雅黑" panose="020B0503020204020204" charset="-122"/>
                          <a:cs typeface="微软雅黑" panose="020B0503020204020204" charset="-122"/>
                        </a:rPr>
                        <a:t>PropSplat</a:t>
                      </a:r>
                      <a:r>
                        <a:rPr lang="zh-CN" altLang="en-US" sz="1600">
                          <a:latin typeface="微软雅黑" panose="020B0503020204020204" charset="-122"/>
                          <a:ea typeface="微软雅黑" panose="020B0503020204020204" charset="-122"/>
                          <a:cs typeface="微软雅黑" panose="020B0503020204020204" charset="-122"/>
                        </a:rPr>
                        <a:t>、</a:t>
                      </a:r>
                      <a:r>
                        <a:rPr lang="en-US" altLang="zh-CN" sz="1600">
                          <a:latin typeface="微软雅黑" panose="020B0503020204020204" charset="-122"/>
                          <a:ea typeface="微软雅黑" panose="020B0503020204020204" charset="-122"/>
                          <a:cs typeface="微软雅黑" panose="020B0503020204020204" charset="-122"/>
                        </a:rPr>
                        <a:t>AutoML</a:t>
                      </a:r>
                      <a:r>
                        <a:rPr lang="zh-CN" altLang="en-US" sz="1600">
                          <a:latin typeface="微软雅黑" panose="020B0503020204020204" charset="-122"/>
                          <a:ea typeface="微软雅黑" panose="020B0503020204020204" charset="-122"/>
                          <a:cs typeface="微软雅黑" panose="020B0503020204020204" charset="-122"/>
                        </a:rPr>
                        <a:t>单元孪生</a:t>
                      </a:r>
                      <a:endParaRPr lang="zh-CN" altLang="en-US" sz="1600">
                        <a:latin typeface="微软雅黑" panose="020B0503020204020204" charset="-122"/>
                        <a:ea typeface="微软雅黑" panose="020B0503020204020204" charset="-122"/>
                        <a:cs typeface="微软雅黑" panose="020B0503020204020204" charset="-122"/>
                      </a:endParaRPr>
                    </a:p>
                  </a:txBody>
                  <a:tcPr marL="254000" marR="254000" marT="177800" marB="177800" anchor="ctr" anchorCtr="0"/>
                </a:tc>
              </a:tr>
              <a:tr h="1231900">
                <a:tc>
                  <a:txBody>
                    <a:bodyPr/>
                    <a:p>
                      <a:pPr algn="l">
                        <a:lnSpc>
                          <a:spcPct val="120000"/>
                        </a:lnSpc>
                      </a:pPr>
                      <a:r>
                        <a:rPr lang="en-US" altLang="zh-CN" sz="1600">
                          <a:latin typeface="微软雅黑" panose="020B0503020204020204" charset="-122"/>
                          <a:ea typeface="微软雅黑" panose="020B0503020204020204" charset="-122"/>
                        </a:rPr>
                        <a:t>AI</a:t>
                      </a:r>
                      <a:r>
                        <a:rPr lang="zh-CN" altLang="en-US" sz="1600">
                          <a:latin typeface="微软雅黑" panose="020B0503020204020204" charset="-122"/>
                          <a:ea typeface="微软雅黑" panose="020B0503020204020204" charset="-122"/>
                        </a:rPr>
                        <a:t>与传统通信模型融合</a:t>
                      </a:r>
                      <a:endParaRPr lang="zh-CN" altLang="en-US" sz="1600">
                        <a:latin typeface="微软雅黑" panose="020B0503020204020204" charset="-122"/>
                        <a:ea typeface="微软雅黑" panose="020B0503020204020204" charset="-122"/>
                      </a:endParaRPr>
                    </a:p>
                  </a:txBody>
                  <a:tcPr marL="254000" marR="254000" marT="177800" marB="177800" anchor="ctr" anchorCtr="0"/>
                </a:tc>
                <a:tc>
                  <a:txBody>
                    <a:bodyPr/>
                    <a:p>
                      <a:pPr algn="l">
                        <a:lnSpc>
                          <a:spcPct val="120000"/>
                        </a:lnSpc>
                      </a:pPr>
                      <a:r>
                        <a:rPr lang="en-US" altLang="zh-CN" sz="1600">
                          <a:latin typeface="微软雅黑" panose="020B0503020204020204" charset="-122"/>
                          <a:ea typeface="微软雅黑" panose="020B0503020204020204" charset="-122"/>
                          <a:cs typeface="微软雅黑" panose="020B0503020204020204" charset="-122"/>
                        </a:rPr>
                        <a:t>TTA、</a:t>
                      </a:r>
                      <a:r>
                        <a:rPr lang="zh-CN" altLang="en-US" sz="1600">
                          <a:latin typeface="微软雅黑" panose="020B0503020204020204" charset="-122"/>
                          <a:ea typeface="微软雅黑" panose="020B0503020204020204" charset="-122"/>
                          <a:cs typeface="微软雅黑" panose="020B0503020204020204" charset="-122"/>
                        </a:rPr>
                        <a:t>预测质量评估、深度学习与</a:t>
                      </a:r>
                      <a:r>
                        <a:rPr lang="en-US" altLang="zh-CN" sz="1600">
                          <a:latin typeface="微软雅黑" panose="020B0503020204020204" charset="-122"/>
                          <a:ea typeface="微软雅黑" panose="020B0503020204020204" charset="-122"/>
                          <a:cs typeface="微软雅黑" panose="020B0503020204020204" charset="-122"/>
                        </a:rPr>
                        <a:t>EKF</a:t>
                      </a:r>
                      <a:r>
                        <a:rPr lang="zh-CN" altLang="en-US" sz="1600">
                          <a:latin typeface="微软雅黑" panose="020B0503020204020204" charset="-122"/>
                          <a:ea typeface="微软雅黑" panose="020B0503020204020204" charset="-122"/>
                          <a:cs typeface="微软雅黑" panose="020B0503020204020204" charset="-122"/>
                        </a:rPr>
                        <a:t>融合</a:t>
                      </a:r>
                      <a:endParaRPr lang="zh-CN" altLang="en-US" sz="1600">
                        <a:latin typeface="微软雅黑" panose="020B0503020204020204" charset="-122"/>
                        <a:ea typeface="微软雅黑" panose="020B0503020204020204" charset="-122"/>
                        <a:cs typeface="微软雅黑" panose="020B0503020204020204" charset="-122"/>
                      </a:endParaRPr>
                    </a:p>
                  </a:txBody>
                  <a:tcPr marL="254000" marR="254000" marT="177800" marB="177800" anchor="ctr" anchorCtr="0"/>
                </a:tc>
                <a:tc>
                  <a:txBody>
                    <a:bodyPr/>
                    <a:p>
                      <a:pPr algn="l">
                        <a:lnSpc>
                          <a:spcPct val="120000"/>
                        </a:lnSpc>
                      </a:pPr>
                      <a:r>
                        <a:rPr lang="zh-CN" altLang="en-US" sz="1600">
                          <a:latin typeface="微软雅黑" panose="020B0503020204020204" charset="-122"/>
                          <a:ea typeface="微软雅黑" panose="020B0503020204020204" charset="-122"/>
                        </a:rPr>
                        <a:t>环境变化后更新模型，筛选低质量预测，修正定位误差</a:t>
                      </a:r>
                      <a:endParaRPr lang="zh-CN" altLang="en-US" sz="1600">
                        <a:latin typeface="微软雅黑" panose="020B0503020204020204" charset="-122"/>
                        <a:ea typeface="微软雅黑" panose="020B0503020204020204" charset="-122"/>
                      </a:endParaRPr>
                    </a:p>
                  </a:txBody>
                  <a:tcPr marL="254000" marR="254000" marT="177800" marB="177800" anchor="ctr" anchorCtr="0"/>
                </a:tc>
                <a:tc>
                  <a:txBody>
                    <a:bodyPr/>
                    <a:p>
                      <a:pPr algn="l">
                        <a:lnSpc>
                          <a:spcPct val="120000"/>
                        </a:lnSpc>
                      </a:pPr>
                      <a:r>
                        <a:rPr lang="en-US" altLang="zh-CN" sz="1600">
                          <a:latin typeface="微软雅黑" panose="020B0503020204020204" charset="-122"/>
                          <a:ea typeface="微软雅黑" panose="020B0503020204020204" charset="-122"/>
                          <a:cs typeface="微软雅黑" panose="020B0503020204020204" charset="-122"/>
                        </a:rPr>
                        <a:t>Radio Map</a:t>
                      </a:r>
                      <a:r>
                        <a:rPr lang="zh-CN" altLang="en-US" sz="1600">
                          <a:latin typeface="微软雅黑" panose="020B0503020204020204" charset="-122"/>
                          <a:ea typeface="微软雅黑" panose="020B0503020204020204" charset="-122"/>
                          <a:cs typeface="微软雅黑" panose="020B0503020204020204" charset="-122"/>
                        </a:rPr>
                        <a:t>在线适配、华为预测质量、</a:t>
                      </a:r>
                      <a:r>
                        <a:rPr lang="en-US" altLang="zh-CN" sz="1600">
                          <a:latin typeface="微软雅黑" panose="020B0503020204020204" charset="-122"/>
                          <a:ea typeface="微软雅黑" panose="020B0503020204020204" charset="-122"/>
                          <a:cs typeface="微软雅黑" panose="020B0503020204020204" charset="-122"/>
                        </a:rPr>
                        <a:t>LF-GNSS</a:t>
                      </a:r>
                      <a:endParaRPr lang="en-US" altLang="zh-CN" sz="1600">
                        <a:latin typeface="微软雅黑" panose="020B0503020204020204" charset="-122"/>
                        <a:ea typeface="微软雅黑" panose="020B0503020204020204" charset="-122"/>
                        <a:cs typeface="微软雅黑" panose="020B0503020204020204" charset="-122"/>
                      </a:endParaRPr>
                    </a:p>
                  </a:txBody>
                  <a:tcPr marL="254000" marR="254000" marT="177800" marB="177800" anchor="ctr" anchorCtr="0"/>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621665" y="297180"/>
            <a:ext cx="10259695" cy="687070"/>
          </a:xfrm>
        </p:spPr>
        <p:txBody>
          <a:bodyPr>
            <a:noAutofit/>
          </a:bodyPr>
          <a:lstStyle/>
          <a:p>
            <a:r>
              <a:rPr lang="zh-CN" altLang="en-US" sz="3200" dirty="0"/>
              <a:t>研究方向</a:t>
            </a:r>
            <a:endParaRPr lang="zh-CN" altLang="en-US" sz="3200" dirty="0"/>
          </a:p>
        </p:txBody>
      </p:sp>
      <p:graphicFrame>
        <p:nvGraphicFramePr>
          <p:cNvPr id="7" name="表格 6"/>
          <p:cNvGraphicFramePr/>
          <p:nvPr>
            <p:custDataLst>
              <p:tags r:id="rId1"/>
            </p:custDataLst>
          </p:nvPr>
        </p:nvGraphicFramePr>
        <p:xfrm>
          <a:off x="565150" y="1229360"/>
          <a:ext cx="11134090" cy="4752975"/>
        </p:xfrm>
        <a:graphic>
          <a:graphicData uri="http://schemas.openxmlformats.org/drawingml/2006/table">
            <a:tbl>
              <a:tblPr firstRow="1" bandRow="1">
                <a:tableStyleId>{5C22544A-7EE6-4342-B048-85BDC9FD1C3A}</a:tableStyleId>
              </a:tblPr>
              <a:tblGrid>
                <a:gridCol w="2654935"/>
                <a:gridCol w="3992880"/>
                <a:gridCol w="4486275"/>
              </a:tblGrid>
              <a:tr h="597535">
                <a:tc>
                  <a:txBody>
                    <a:bodyPr/>
                    <a:p>
                      <a:pPr algn="ctr">
                        <a:lnSpc>
                          <a:spcPct val="120000"/>
                        </a:lnSpc>
                        <a:buClrTx/>
                        <a:buSzTx/>
                        <a:buFontTx/>
                      </a:pPr>
                      <a:r>
                        <a:rPr lang="zh-CN" altLang="en-US" sz="2000" spc="130">
                          <a:latin typeface="微软雅黑" panose="020B0503020204020204" charset="-122"/>
                          <a:ea typeface="微软雅黑" panose="020B0503020204020204" charset="-122"/>
                        </a:rPr>
                        <a:t>研究方向</a:t>
                      </a:r>
                      <a:endParaRPr lang="zh-CN" altLang="en-US" sz="2000" spc="130">
                        <a:latin typeface="微软雅黑" panose="020B0503020204020204" charset="-122"/>
                        <a:ea typeface="微软雅黑" panose="020B0503020204020204" charset="-122"/>
                      </a:endParaRPr>
                    </a:p>
                  </a:txBody>
                  <a:tcPr marL="0" marR="0" marT="0" marB="0" anchor="ctr" anchorCtr="0"/>
                </a:tc>
                <a:tc>
                  <a:txBody>
                    <a:bodyPr/>
                    <a:p>
                      <a:pPr algn="ctr">
                        <a:lnSpc>
                          <a:spcPct val="120000"/>
                        </a:lnSpc>
                        <a:buClrTx/>
                        <a:buSzTx/>
                        <a:buFontTx/>
                      </a:pPr>
                      <a:r>
                        <a:rPr lang="zh-CN" altLang="en-US" sz="2000" spc="130">
                          <a:latin typeface="微软雅黑" panose="020B0503020204020204" charset="-122"/>
                          <a:ea typeface="微软雅黑" panose="020B0503020204020204" charset="-122"/>
                        </a:rPr>
                        <a:t>核心问题</a:t>
                      </a:r>
                      <a:endParaRPr lang="zh-CN" altLang="en-US" sz="2000" spc="130">
                        <a:latin typeface="微软雅黑" panose="020B0503020204020204" charset="-122"/>
                        <a:ea typeface="微软雅黑" panose="020B0503020204020204" charset="-122"/>
                      </a:endParaRPr>
                    </a:p>
                  </a:txBody>
                  <a:tcPr marL="0" marR="0" marT="0" marB="0" anchor="ctr" anchorCtr="0"/>
                </a:tc>
                <a:tc>
                  <a:txBody>
                    <a:bodyPr/>
                    <a:p>
                      <a:pPr algn="ctr">
                        <a:lnSpc>
                          <a:spcPct val="120000"/>
                        </a:lnSpc>
                        <a:buClrTx/>
                        <a:buSzTx/>
                        <a:buFontTx/>
                      </a:pPr>
                      <a:r>
                        <a:rPr lang="zh-CN" altLang="en-US" sz="2000" spc="130">
                          <a:latin typeface="微软雅黑" panose="020B0503020204020204" charset="-122"/>
                          <a:ea typeface="微软雅黑" panose="020B0503020204020204" charset="-122"/>
                        </a:rPr>
                        <a:t>代表内容</a:t>
                      </a:r>
                      <a:endParaRPr lang="zh-CN" altLang="en-US" sz="2000" spc="130">
                        <a:latin typeface="微软雅黑" panose="020B0503020204020204" charset="-122"/>
                        <a:ea typeface="微软雅黑" panose="020B0503020204020204" charset="-122"/>
                      </a:endParaRPr>
                    </a:p>
                  </a:txBody>
                  <a:tcPr marL="0" marR="0" marT="0" marB="0" anchor="ctr" anchorCtr="0"/>
                </a:tc>
              </a:tr>
              <a:tr h="1019810">
                <a:tc>
                  <a:txBody>
                    <a:bodyPr/>
                    <a:p>
                      <a:pPr algn="ctr">
                        <a:lnSpc>
                          <a:spcPct val="120000"/>
                        </a:lnSpc>
                        <a:buClrTx/>
                        <a:buSzTx/>
                        <a:buFontTx/>
                      </a:pPr>
                      <a:r>
                        <a:rPr lang="en-US" altLang="zh-CN" sz="1800" b="1">
                          <a:latin typeface="微软雅黑" panose="020B0503020204020204" charset="-122"/>
                          <a:ea typeface="微软雅黑" panose="020B0503020204020204" charset="-122"/>
                          <a:cs typeface="微软雅黑" panose="020B0503020204020204" charset="-122"/>
                        </a:rPr>
                        <a:t>AI改进测试方法</a:t>
                      </a:r>
                      <a:endParaRPr lang="en-US" altLang="zh-CN" sz="1800" b="1">
                        <a:latin typeface="微软雅黑" panose="020B0503020204020204" charset="-122"/>
                        <a:ea typeface="微软雅黑" panose="020B0503020204020204" charset="-122"/>
                        <a:cs typeface="微软雅黑" panose="020B0503020204020204" charset="-122"/>
                      </a:endParaRPr>
                    </a:p>
                  </a:txBody>
                  <a:tcPr marL="0" marR="0" marT="0" marB="0" anchor="ctr" anchorCtr="0"/>
                </a:tc>
                <a:tc>
                  <a:txBody>
                    <a:bodyPr/>
                    <a:p>
                      <a:pPr algn="ctr">
                        <a:lnSpc>
                          <a:spcPct val="120000"/>
                        </a:lnSpc>
                        <a:buClrTx/>
                        <a:buSzTx/>
                        <a:buFontTx/>
                      </a:pPr>
                      <a:r>
                        <a:rPr lang="en-US" altLang="zh-CN" sz="1800">
                          <a:latin typeface="微软雅黑" panose="020B0503020204020204" charset="-122"/>
                          <a:ea typeface="微软雅黑" panose="020B0503020204020204" charset="-122"/>
                          <a:cs typeface="微软雅黑" panose="020B0503020204020204" charset="-122"/>
                        </a:rPr>
                        <a:t>什么时候测、测多少、</a:t>
                      </a:r>
                      <a:endParaRPr lang="en-US" altLang="zh-CN" sz="1800">
                        <a:latin typeface="微软雅黑" panose="020B0503020204020204" charset="-122"/>
                        <a:ea typeface="微软雅黑" panose="020B0503020204020204" charset="-122"/>
                        <a:cs typeface="微软雅黑" panose="020B0503020204020204" charset="-122"/>
                      </a:endParaRPr>
                    </a:p>
                    <a:p>
                      <a:pPr algn="ctr">
                        <a:lnSpc>
                          <a:spcPct val="120000"/>
                        </a:lnSpc>
                        <a:buClrTx/>
                        <a:buSzTx/>
                        <a:buFontTx/>
                      </a:pPr>
                      <a:r>
                        <a:rPr lang="en-US" altLang="zh-CN" sz="1800">
                          <a:latin typeface="微软雅黑" panose="020B0503020204020204" charset="-122"/>
                          <a:ea typeface="微软雅黑" panose="020B0503020204020204" charset="-122"/>
                          <a:cs typeface="微软雅黑" panose="020B0503020204020204" charset="-122"/>
                        </a:rPr>
                        <a:t>怎样获得高价值数据</a:t>
                      </a:r>
                      <a:endParaRPr lang="en-US" altLang="zh-CN" sz="1800">
                        <a:latin typeface="微软雅黑" panose="020B0503020204020204" charset="-122"/>
                        <a:ea typeface="微软雅黑" panose="020B0503020204020204" charset="-122"/>
                        <a:cs typeface="微软雅黑" panose="020B0503020204020204" charset="-122"/>
                      </a:endParaRPr>
                    </a:p>
                  </a:txBody>
                  <a:tcPr marL="0" marR="0" marT="0" marB="0" anchor="ctr" anchorCtr="0"/>
                </a:tc>
                <a:tc>
                  <a:txBody>
                    <a:bodyPr/>
                    <a:p>
                      <a:pPr algn="ctr">
                        <a:lnSpc>
                          <a:spcPct val="120000"/>
                        </a:lnSpc>
                        <a:buClrTx/>
                        <a:buSzTx/>
                        <a:buFontTx/>
                      </a:pPr>
                      <a:r>
                        <a:rPr lang="en-US" altLang="zh-CN" sz="1800">
                          <a:latin typeface="微软雅黑" panose="020B0503020204020204" charset="-122"/>
                          <a:ea typeface="微软雅黑" panose="020B0503020204020204" charset="-122"/>
                          <a:cs typeface="微软雅黑" panose="020B0503020204020204" charset="-122"/>
                        </a:rPr>
                        <a:t>高铁预测测量、高通事件驱动采集</a:t>
                      </a:r>
                      <a:endParaRPr lang="en-US" altLang="zh-CN" sz="1800">
                        <a:latin typeface="微软雅黑" panose="020B0503020204020204" charset="-122"/>
                        <a:ea typeface="微软雅黑" panose="020B0503020204020204" charset="-122"/>
                        <a:cs typeface="微软雅黑" panose="020B0503020204020204" charset="-122"/>
                      </a:endParaRPr>
                    </a:p>
                  </a:txBody>
                  <a:tcPr marL="0" marR="0" marT="0" marB="0" anchor="ctr" anchorCtr="0"/>
                </a:tc>
              </a:tr>
              <a:tr h="984885">
                <a:tc>
                  <a:txBody>
                    <a:bodyPr/>
                    <a:p>
                      <a:pPr algn="ctr">
                        <a:lnSpc>
                          <a:spcPct val="120000"/>
                        </a:lnSpc>
                        <a:buClrTx/>
                        <a:buSzTx/>
                        <a:buFontTx/>
                      </a:pPr>
                      <a:r>
                        <a:rPr lang="en-US" altLang="zh-CN" sz="1800" b="1">
                          <a:latin typeface="微软雅黑" panose="020B0503020204020204" charset="-122"/>
                          <a:ea typeface="微软雅黑" panose="020B0503020204020204" charset="-122"/>
                          <a:cs typeface="微软雅黑" panose="020B0503020204020204" charset="-122"/>
                        </a:rPr>
                        <a:t>AI分析测试结果</a:t>
                      </a:r>
                      <a:endParaRPr lang="en-US" altLang="zh-CN" sz="1800" b="1">
                        <a:latin typeface="微软雅黑" panose="020B0503020204020204" charset="-122"/>
                        <a:ea typeface="微软雅黑" panose="020B0503020204020204" charset="-122"/>
                        <a:cs typeface="微软雅黑" panose="020B0503020204020204" charset="-122"/>
                      </a:endParaRPr>
                    </a:p>
                  </a:txBody>
                  <a:tcPr marL="0" marR="0" marT="0" marB="0" anchor="ctr" anchorCtr="0"/>
                </a:tc>
                <a:tc>
                  <a:txBody>
                    <a:bodyPr/>
                    <a:p>
                      <a:pPr algn="ctr">
                        <a:lnSpc>
                          <a:spcPct val="120000"/>
                        </a:lnSpc>
                        <a:buClrTx/>
                        <a:buSzTx/>
                        <a:buFontTx/>
                      </a:pPr>
                      <a:r>
                        <a:rPr lang="en-US" altLang="zh-CN" sz="1800">
                          <a:latin typeface="微软雅黑" panose="020B0503020204020204" charset="-122"/>
                          <a:ea typeface="微软雅黑" panose="020B0503020204020204" charset="-122"/>
                          <a:cs typeface="微软雅黑" panose="020B0503020204020204" charset="-122"/>
                        </a:rPr>
                        <a:t>如何预测QoE并识别异常</a:t>
                      </a:r>
                      <a:endParaRPr lang="en-US" altLang="zh-CN" sz="1800">
                        <a:latin typeface="微软雅黑" panose="020B0503020204020204" charset="-122"/>
                        <a:ea typeface="微软雅黑" panose="020B0503020204020204" charset="-122"/>
                        <a:cs typeface="微软雅黑" panose="020B0503020204020204" charset="-122"/>
                      </a:endParaRPr>
                    </a:p>
                  </a:txBody>
                  <a:tcPr marL="0" marR="0" marT="0" marB="0" anchor="ctr" anchorCtr="0"/>
                </a:tc>
                <a:tc>
                  <a:txBody>
                    <a:bodyPr/>
                    <a:p>
                      <a:pPr algn="ctr">
                        <a:lnSpc>
                          <a:spcPct val="120000"/>
                        </a:lnSpc>
                        <a:buClrTx/>
                        <a:buSzTx/>
                        <a:buFontTx/>
                      </a:pPr>
                      <a:r>
                        <a:rPr lang="en-US" altLang="zh-CN" sz="1800">
                          <a:latin typeface="微软雅黑" panose="020B0503020204020204" charset="-122"/>
                          <a:ea typeface="微软雅黑" panose="020B0503020204020204" charset="-122"/>
                          <a:cs typeface="微软雅黑" panose="020B0503020204020204" charset="-122"/>
                        </a:rPr>
                        <a:t>RIC视频QoE、RANGAN、苹果卡顿预警</a:t>
                      </a:r>
                      <a:endParaRPr lang="en-US" altLang="zh-CN" sz="1800">
                        <a:latin typeface="微软雅黑" panose="020B0503020204020204" charset="-122"/>
                        <a:ea typeface="微软雅黑" panose="020B0503020204020204" charset="-122"/>
                        <a:cs typeface="微软雅黑" panose="020B0503020204020204" charset="-122"/>
                      </a:endParaRPr>
                    </a:p>
                  </a:txBody>
                  <a:tcPr marL="0" marR="0" marT="0" marB="0" anchor="ctr" anchorCtr="0"/>
                </a:tc>
              </a:tr>
              <a:tr h="1075690">
                <a:tc>
                  <a:txBody>
                    <a:bodyPr/>
                    <a:p>
                      <a:pPr algn="ctr">
                        <a:lnSpc>
                          <a:spcPct val="120000"/>
                        </a:lnSpc>
                        <a:buClrTx/>
                        <a:buSzTx/>
                        <a:buFontTx/>
                      </a:pPr>
                      <a:r>
                        <a:rPr lang="en-US" altLang="zh-CN" sz="1800" b="1">
                          <a:latin typeface="微软雅黑" panose="020B0503020204020204" charset="-122"/>
                          <a:ea typeface="微软雅黑" panose="020B0503020204020204" charset="-122"/>
                          <a:cs typeface="微软雅黑" panose="020B0503020204020204" charset="-122"/>
                        </a:rPr>
                        <a:t>测试结果驱动网络优化</a:t>
                      </a:r>
                      <a:endParaRPr lang="en-US" altLang="zh-CN" sz="1800" b="1">
                        <a:latin typeface="微软雅黑" panose="020B0503020204020204" charset="-122"/>
                        <a:ea typeface="微软雅黑" panose="020B0503020204020204" charset="-122"/>
                        <a:cs typeface="微软雅黑" panose="020B0503020204020204" charset="-122"/>
                      </a:endParaRPr>
                    </a:p>
                  </a:txBody>
                  <a:tcPr marL="0" marR="0" marT="0" marB="0" anchor="ctr" anchorCtr="0"/>
                </a:tc>
                <a:tc>
                  <a:txBody>
                    <a:bodyPr/>
                    <a:p>
                      <a:pPr algn="ctr">
                        <a:lnSpc>
                          <a:spcPct val="120000"/>
                        </a:lnSpc>
                        <a:buClrTx/>
                        <a:buSzTx/>
                        <a:buFontTx/>
                      </a:pPr>
                      <a:r>
                        <a:rPr lang="en-US" altLang="zh-CN" sz="1800">
                          <a:latin typeface="微软雅黑" panose="020B0503020204020204" charset="-122"/>
                          <a:ea typeface="微软雅黑" panose="020B0503020204020204" charset="-122"/>
                          <a:cs typeface="微软雅黑" panose="020B0503020204020204" charset="-122"/>
                        </a:rPr>
                        <a:t>如何生成有效且安全的网络动作</a:t>
                      </a:r>
                      <a:endParaRPr lang="en-US" altLang="zh-CN" sz="1800">
                        <a:latin typeface="微软雅黑" panose="020B0503020204020204" charset="-122"/>
                        <a:ea typeface="微软雅黑" panose="020B0503020204020204" charset="-122"/>
                        <a:cs typeface="微软雅黑" panose="020B0503020204020204" charset="-122"/>
                      </a:endParaRPr>
                    </a:p>
                  </a:txBody>
                  <a:tcPr marL="0" marR="0" marT="0" marB="0" anchor="ctr" anchorCtr="0"/>
                </a:tc>
                <a:tc>
                  <a:txBody>
                    <a:bodyPr/>
                    <a:p>
                      <a:pPr algn="ctr">
                        <a:lnSpc>
                          <a:spcPct val="120000"/>
                        </a:lnSpc>
                        <a:buClrTx/>
                        <a:buSzTx/>
                        <a:buFontTx/>
                      </a:pPr>
                      <a:r>
                        <a:rPr lang="en-US" altLang="zh-CN" sz="1800">
                          <a:latin typeface="微软雅黑" panose="020B0503020204020204" charset="-122"/>
                          <a:ea typeface="微软雅黑" panose="020B0503020204020204" charset="-122"/>
                          <a:cs typeface="微软雅黑" panose="020B0503020204020204" charset="-122"/>
                        </a:rPr>
                        <a:t>xSlice、SafeSlice、华为预测质量</a:t>
                      </a:r>
                      <a:endParaRPr lang="en-US" altLang="zh-CN" sz="1800">
                        <a:latin typeface="微软雅黑" panose="020B0503020204020204" charset="-122"/>
                        <a:ea typeface="微软雅黑" panose="020B0503020204020204" charset="-122"/>
                        <a:cs typeface="微软雅黑" panose="020B0503020204020204" charset="-122"/>
                      </a:endParaRPr>
                    </a:p>
                  </a:txBody>
                  <a:tcPr marL="0" marR="0" marT="0" marB="0" anchor="ctr" anchorCtr="0"/>
                </a:tc>
              </a:tr>
              <a:tr h="1075055">
                <a:tc>
                  <a:txBody>
                    <a:bodyPr/>
                    <a:p>
                      <a:pPr algn="ctr">
                        <a:lnSpc>
                          <a:spcPct val="120000"/>
                        </a:lnSpc>
                        <a:buClrTx/>
                        <a:buSzTx/>
                        <a:buFontTx/>
                      </a:pPr>
                      <a:r>
                        <a:rPr lang="en-US" altLang="zh-CN" sz="1800" b="1">
                          <a:latin typeface="微软雅黑" panose="020B0503020204020204" charset="-122"/>
                          <a:ea typeface="微软雅黑" panose="020B0503020204020204" charset="-122"/>
                          <a:cs typeface="微软雅黑" panose="020B0503020204020204" charset="-122"/>
                        </a:rPr>
                        <a:t>智能通信应用</a:t>
                      </a:r>
                      <a:endParaRPr lang="en-US" altLang="zh-CN" sz="1800" b="1">
                        <a:latin typeface="微软雅黑" panose="020B0503020204020204" charset="-122"/>
                        <a:ea typeface="微软雅黑" panose="020B0503020204020204" charset="-122"/>
                        <a:cs typeface="微软雅黑" panose="020B0503020204020204" charset="-122"/>
                      </a:endParaRPr>
                    </a:p>
                  </a:txBody>
                  <a:tcPr marL="0" marR="0" marT="0" marB="0" anchor="ctr" anchorCtr="0"/>
                </a:tc>
                <a:tc>
                  <a:txBody>
                    <a:bodyPr/>
                    <a:p>
                      <a:pPr algn="ctr">
                        <a:lnSpc>
                          <a:spcPct val="120000"/>
                        </a:lnSpc>
                        <a:buClrTx/>
                        <a:buSzTx/>
                        <a:buFontTx/>
                      </a:pPr>
                      <a:r>
                        <a:rPr lang="en-US" altLang="zh-CN" sz="1800">
                          <a:latin typeface="微软雅黑" panose="020B0503020204020204" charset="-122"/>
                          <a:ea typeface="微软雅黑" panose="020B0503020204020204" charset="-122"/>
                          <a:cs typeface="微软雅黑" panose="020B0503020204020204" charset="-122"/>
                        </a:rPr>
                        <a:t>如何建立空间、卫星和网络模型</a:t>
                      </a:r>
                      <a:endParaRPr lang="en-US" altLang="zh-CN" sz="1800">
                        <a:latin typeface="微软雅黑" panose="020B0503020204020204" charset="-122"/>
                        <a:ea typeface="微软雅黑" panose="020B0503020204020204" charset="-122"/>
                        <a:cs typeface="微软雅黑" panose="020B0503020204020204" charset="-122"/>
                      </a:endParaRPr>
                    </a:p>
                  </a:txBody>
                  <a:tcPr marL="0" marR="0" marT="0" marB="0" anchor="ctr" anchorCtr="0"/>
                </a:tc>
                <a:tc>
                  <a:txBody>
                    <a:bodyPr/>
                    <a:p>
                      <a:pPr algn="ctr">
                        <a:lnSpc>
                          <a:spcPct val="120000"/>
                        </a:lnSpc>
                        <a:buClrTx/>
                        <a:buSzTx/>
                        <a:buFontTx/>
                      </a:pPr>
                      <a:r>
                        <a:rPr lang="en-US" altLang="zh-CN" sz="1800">
                          <a:latin typeface="微软雅黑" panose="020B0503020204020204" charset="-122"/>
                          <a:ea typeface="微软雅黑" panose="020B0503020204020204" charset="-122"/>
                          <a:cs typeface="微软雅黑" panose="020B0503020204020204" charset="-122"/>
                        </a:rPr>
                        <a:t>Radio Map、Joint LEO、LF-GNSS、</a:t>
                      </a:r>
                      <a:endParaRPr lang="en-US" altLang="zh-CN" sz="1800">
                        <a:latin typeface="微软雅黑" panose="020B0503020204020204" charset="-122"/>
                        <a:ea typeface="微软雅黑" panose="020B0503020204020204" charset="-122"/>
                        <a:cs typeface="微软雅黑" panose="020B0503020204020204" charset="-122"/>
                      </a:endParaRPr>
                    </a:p>
                    <a:p>
                      <a:pPr algn="ctr">
                        <a:lnSpc>
                          <a:spcPct val="120000"/>
                        </a:lnSpc>
                        <a:buClrTx/>
                        <a:buSzTx/>
                        <a:buFontTx/>
                      </a:pPr>
                      <a:r>
                        <a:rPr lang="en-US" altLang="zh-CN" sz="1800">
                          <a:latin typeface="微软雅黑" panose="020B0503020204020204" charset="-122"/>
                          <a:ea typeface="微软雅黑" panose="020B0503020204020204" charset="-122"/>
                          <a:cs typeface="微软雅黑" panose="020B0503020204020204" charset="-122"/>
                        </a:rPr>
                        <a:t>数字孪生</a:t>
                      </a:r>
                      <a:endParaRPr lang="en-US" altLang="zh-CN" sz="1800">
                        <a:latin typeface="微软雅黑" panose="020B0503020204020204" charset="-122"/>
                        <a:ea typeface="微软雅黑" panose="020B0503020204020204" charset="-122"/>
                        <a:cs typeface="微软雅黑" panose="020B0503020204020204" charset="-122"/>
                      </a:endParaRPr>
                    </a:p>
                  </a:txBody>
                  <a:tcPr marL="0" marR="0" marT="0" marB="0" anchor="ctr" anchorCtr="0"/>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87" name=""/>
        <p:cNvGrpSpPr/>
        <p:nvPr/>
      </p:nvGrpSpPr>
      <p:grpSpPr>
        <a:xfrm>
          <a:off x="0" y="0"/>
          <a:ext cx="0" cy="0"/>
          <a:chOff x="0" y="0"/>
          <a:chExt cx="0" cy="0"/>
        </a:xfrm>
      </p:grpSpPr>
      <p:sp>
        <p:nvSpPr>
          <p:cNvPr id="88" name="标题 1"/>
          <p:cNvSpPr>
            <a:spLocks noGrp="1"/>
          </p:cNvSpPr>
          <p:nvPr>
            <p:ph type="title"/>
          </p:nvPr>
        </p:nvSpPr>
        <p:spPr>
          <a:xfrm>
            <a:off x="565150" y="339090"/>
            <a:ext cx="10309225" cy="612775"/>
          </a:xfrm>
        </p:spPr>
        <p:txBody>
          <a:bodyPr>
            <a:noAutofit/>
          </a:bodyPr>
          <a:lstStyle/>
          <a:p>
            <a:r>
              <a:rPr lang="zh-CN" altLang="en-US" sz="2800" b="1" dirty="0">
                <a:latin typeface="微软雅黑" panose="020B0503020204020204" charset="-122"/>
                <a:ea typeface="微软雅黑" panose="020B0503020204020204" charset="-122"/>
                <a:sym typeface="+mn-ea"/>
              </a:rPr>
              <a:t>方向一：</a:t>
            </a:r>
            <a:r>
              <a:rPr lang="en-US" altLang="zh-CN" sz="2800" b="1" dirty="0">
                <a:latin typeface="微软雅黑" panose="020B0503020204020204" charset="-122"/>
                <a:ea typeface="微软雅黑" panose="020B0503020204020204" charset="-122"/>
                <a:sym typeface="+mn-ea"/>
              </a:rPr>
              <a:t>AI</a:t>
            </a:r>
            <a:r>
              <a:rPr lang="zh-CN" altLang="en-US" sz="2800" b="1" dirty="0">
                <a:latin typeface="微软雅黑" panose="020B0503020204020204" charset="-122"/>
                <a:ea typeface="微软雅黑" panose="020B0503020204020204" charset="-122"/>
                <a:sym typeface="+mn-ea"/>
              </a:rPr>
              <a:t>改进通信测试与数据采集</a:t>
            </a:r>
            <a:endParaRPr lang="zh-CN" altLang="en-US" sz="2800" b="1" dirty="0">
              <a:latin typeface="微软雅黑" panose="020B0503020204020204" charset="-122"/>
              <a:ea typeface="微软雅黑" panose="020B0503020204020204" charset="-122"/>
              <a:sym typeface="+mn-ea"/>
            </a:endParaRPr>
          </a:p>
        </p:txBody>
      </p:sp>
      <p:sp>
        <p:nvSpPr>
          <p:cNvPr id="89" name="文本框 5"/>
          <p:cNvSpPr txBox="1"/>
          <p:nvPr/>
        </p:nvSpPr>
        <p:spPr>
          <a:xfrm>
            <a:off x="127000" y="951865"/>
            <a:ext cx="5880100" cy="5055870"/>
          </a:xfrm>
          <a:prstGeom prst="rect">
            <a:avLst/>
          </a:prstGeom>
          <a:noFill/>
          <a:ln>
            <a:noFill/>
          </a:ln>
        </p:spPr>
        <p:txBody>
          <a:bodyPr wrap="square" rtlCol="0" anchor="t">
            <a:noAutofit/>
          </a:bodyPr>
          <a:p>
            <a:pPr indent="0">
              <a:lnSpc>
                <a:spcPct val="130000"/>
              </a:lnSpc>
              <a:buFont typeface="Arial" panose="020B0604020202020204" pitchFamily="34" charset="0"/>
              <a:buNone/>
            </a:pPr>
            <a:r>
              <a:rPr lang="zh-CN" altLang="en-US" b="1" dirty="0">
                <a:solidFill>
                  <a:schemeClr val="tx1"/>
                </a:solidFill>
                <a:latin typeface="微软雅黑" panose="020B0503020204020204" charset="-122"/>
                <a:ea typeface="微软雅黑" panose="020B0503020204020204" charset="-122"/>
                <a:sym typeface="+mn-ea"/>
              </a:rPr>
              <a:t>1. 面向高速铁路通信的</a:t>
            </a:r>
            <a:r>
              <a:rPr lang="en-US" altLang="zh-CN" b="1" dirty="0">
                <a:solidFill>
                  <a:schemeClr val="tx1"/>
                </a:solidFill>
                <a:latin typeface="微软雅黑" panose="020B0503020204020204" charset="-122"/>
                <a:ea typeface="微软雅黑" panose="020B0503020204020204" charset="-122"/>
                <a:sym typeface="+mn-ea"/>
              </a:rPr>
              <a:t>AI</a:t>
            </a:r>
            <a:r>
              <a:rPr lang="zh-CN" altLang="en-US" b="1" dirty="0">
                <a:solidFill>
                  <a:schemeClr val="tx1"/>
                </a:solidFill>
                <a:latin typeface="微软雅黑" panose="020B0503020204020204" charset="-122"/>
                <a:ea typeface="微软雅黑" panose="020B0503020204020204" charset="-122"/>
                <a:sym typeface="+mn-ea"/>
              </a:rPr>
              <a:t>驱动移动性管理</a:t>
            </a:r>
            <a:r>
              <a:rPr lang="en-US" altLang="zh-CN" b="1" baseline="30000" dirty="0">
                <a:solidFill>
                  <a:schemeClr val="tx1"/>
                </a:solidFill>
                <a:latin typeface="微软雅黑" panose="020B0503020204020204" charset="-122"/>
                <a:ea typeface="微软雅黑" panose="020B0503020204020204" charset="-122"/>
                <a:sym typeface="+mn-ea"/>
              </a:rPr>
              <a:t>[1]</a:t>
            </a:r>
            <a:endParaRPr lang="zh-CN" altLang="en-US" b="1"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dirty="0">
                <a:solidFill>
                  <a:schemeClr val="tx1"/>
                </a:solidFill>
                <a:latin typeface="微软雅黑" panose="020B0503020204020204" charset="-122"/>
                <a:ea typeface="微软雅黑" panose="020B0503020204020204" charset="-122"/>
                <a:sym typeface="+mn-ea"/>
              </a:rPr>
              <a:t>高速铁路场景中，列车高速移动导致服务波束和小区快速变化。持续测量全部候选波束会增加测量与信令开销，而传统</a:t>
            </a:r>
            <a:r>
              <a:rPr lang="en-US" altLang="zh-CN" sz="1400" dirty="0">
                <a:solidFill>
                  <a:schemeClr val="tx1"/>
                </a:solidFill>
                <a:latin typeface="微软雅黑" panose="020B0503020204020204" charset="-122"/>
                <a:ea typeface="微软雅黑" panose="020B0503020204020204" charset="-122"/>
                <a:sym typeface="+mn-ea"/>
              </a:rPr>
              <a:t>A3</a:t>
            </a:r>
            <a:r>
              <a:rPr lang="zh-CN" altLang="en-US" sz="1400" dirty="0">
                <a:solidFill>
                  <a:schemeClr val="tx1"/>
                </a:solidFill>
                <a:latin typeface="微软雅黑" panose="020B0503020204020204" charset="-122"/>
                <a:ea typeface="微软雅黑" panose="020B0503020204020204" charset="-122"/>
                <a:sym typeface="+mn-ea"/>
              </a:rPr>
              <a:t>切换通常要等到信号明显恶化后才触发，可能来不及避免无线链路失败。</a:t>
            </a:r>
            <a:endParaRPr lang="en-US" altLang="zh-CN"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研究方法：</a:t>
            </a:r>
            <a:endParaRPr lang="en-US" altLang="zh-CN"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在</a:t>
            </a:r>
            <a:r>
              <a:rPr lang="zh-CN" altLang="en-US" sz="1400" b="1" dirty="0">
                <a:solidFill>
                  <a:schemeClr val="tx1"/>
                </a:solidFill>
                <a:latin typeface="微软雅黑" panose="020B0503020204020204" charset="-122"/>
                <a:ea typeface="微软雅黑" panose="020B0503020204020204" charset="-122"/>
                <a:sym typeface="+mn-ea"/>
              </a:rPr>
              <a:t>波束级管理</a:t>
            </a:r>
            <a:r>
              <a:rPr lang="zh-CN" altLang="en-US" sz="1400" dirty="0">
                <a:solidFill>
                  <a:schemeClr val="tx1"/>
                </a:solidFill>
                <a:latin typeface="微软雅黑" panose="020B0503020204020204" charset="-122"/>
                <a:ea typeface="微软雅黑" panose="020B0503020204020204" charset="-122"/>
                <a:sym typeface="+mn-ea"/>
              </a:rPr>
              <a:t>中，</a:t>
            </a:r>
            <a:r>
              <a:rPr lang="en-US" altLang="zh-CN" sz="1400" dirty="0">
                <a:solidFill>
                  <a:schemeClr val="tx1"/>
                </a:solidFill>
                <a:latin typeface="微软雅黑" panose="020B0503020204020204" charset="-122"/>
                <a:ea typeface="微软雅黑" panose="020B0503020204020204" charset="-122"/>
                <a:sym typeface="+mn-ea"/>
              </a:rPr>
              <a:t>UE</a:t>
            </a:r>
            <a:r>
              <a:rPr lang="zh-CN" altLang="en-US" sz="1400" dirty="0">
                <a:solidFill>
                  <a:schemeClr val="tx1"/>
                </a:solidFill>
                <a:latin typeface="微软雅黑" panose="020B0503020204020204" charset="-122"/>
                <a:ea typeface="微软雅黑" panose="020B0503020204020204" charset="-122"/>
                <a:sym typeface="+mn-ea"/>
              </a:rPr>
              <a:t>只测量部分波束，利用压缩感知与</a:t>
            </a:r>
            <a:r>
              <a:rPr lang="en-US" altLang="zh-CN" sz="1400" dirty="0">
                <a:solidFill>
                  <a:schemeClr val="tx1"/>
                </a:solidFill>
                <a:latin typeface="微软雅黑" panose="020B0503020204020204" charset="-122"/>
                <a:ea typeface="微软雅黑" panose="020B0503020204020204" charset="-122"/>
                <a:sym typeface="+mn-ea"/>
              </a:rPr>
              <a:t>Conv-LSTM</a:t>
            </a:r>
            <a:r>
              <a:rPr lang="zh-CN" altLang="en-US" sz="1400" dirty="0">
                <a:solidFill>
                  <a:schemeClr val="tx1"/>
                </a:solidFill>
                <a:latin typeface="微软雅黑" panose="020B0503020204020204" charset="-122"/>
                <a:ea typeface="微软雅黑" panose="020B0503020204020204" charset="-122"/>
                <a:sym typeface="+mn-ea"/>
              </a:rPr>
              <a:t>恢复完整波束的</a:t>
            </a:r>
            <a:r>
              <a:rPr lang="en-US" altLang="zh-CN" sz="1400" dirty="0">
                <a:solidFill>
                  <a:schemeClr val="tx1"/>
                </a:solidFill>
                <a:latin typeface="微软雅黑" panose="020B0503020204020204" charset="-122"/>
                <a:ea typeface="微软雅黑" panose="020B0503020204020204" charset="-122"/>
                <a:sym typeface="+mn-ea"/>
              </a:rPr>
              <a:t>RSRP。</a:t>
            </a:r>
            <a:endParaRPr lang="en-US" altLang="zh-CN"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在</a:t>
            </a:r>
            <a:r>
              <a:rPr lang="zh-CN" altLang="en-US" sz="1400" b="1" dirty="0">
                <a:solidFill>
                  <a:schemeClr val="tx1"/>
                </a:solidFill>
                <a:latin typeface="微软雅黑" panose="020B0503020204020204" charset="-122"/>
                <a:ea typeface="微软雅黑" panose="020B0503020204020204" charset="-122"/>
                <a:sym typeface="+mn-ea"/>
              </a:rPr>
              <a:t>小区级管理</a:t>
            </a:r>
            <a:r>
              <a:rPr lang="zh-CN" altLang="en-US" sz="1400" dirty="0">
                <a:solidFill>
                  <a:schemeClr val="tx1"/>
                </a:solidFill>
                <a:latin typeface="微软雅黑" panose="020B0503020204020204" charset="-122"/>
                <a:ea typeface="微软雅黑" panose="020B0503020204020204" charset="-122"/>
                <a:sym typeface="+mn-ea"/>
              </a:rPr>
              <a:t>中，以历史部分</a:t>
            </a:r>
            <a:r>
              <a:rPr lang="en-US" altLang="zh-CN" sz="1400" dirty="0">
                <a:solidFill>
                  <a:schemeClr val="tx1"/>
                </a:solidFill>
                <a:latin typeface="微软雅黑" panose="020B0503020204020204" charset="-122"/>
                <a:ea typeface="微软雅黑" panose="020B0503020204020204" charset="-122"/>
                <a:sym typeface="+mn-ea"/>
              </a:rPr>
              <a:t>L1-RSRP</a:t>
            </a:r>
            <a:r>
              <a:rPr lang="zh-CN" altLang="en-US" sz="1400" dirty="0">
                <a:solidFill>
                  <a:schemeClr val="tx1"/>
                </a:solidFill>
                <a:latin typeface="微软雅黑" panose="020B0503020204020204" charset="-122"/>
                <a:ea typeface="微软雅黑" panose="020B0503020204020204" charset="-122"/>
                <a:sym typeface="+mn-ea"/>
              </a:rPr>
              <a:t>为输入，分别使用</a:t>
            </a:r>
            <a:r>
              <a:rPr lang="en-US" altLang="zh-CN" sz="1400" dirty="0">
                <a:solidFill>
                  <a:schemeClr val="tx1"/>
                </a:solidFill>
                <a:latin typeface="微软雅黑" panose="020B0503020204020204" charset="-122"/>
                <a:ea typeface="微软雅黑" panose="020B0503020204020204" charset="-122"/>
                <a:sym typeface="+mn-ea"/>
              </a:rPr>
              <a:t>CNN</a:t>
            </a:r>
            <a:r>
              <a:rPr lang="zh-CN" altLang="en-US" sz="1400" dirty="0">
                <a:solidFill>
                  <a:schemeClr val="tx1"/>
                </a:solidFill>
                <a:latin typeface="微软雅黑" panose="020B0503020204020204" charset="-122"/>
                <a:ea typeface="微软雅黑" panose="020B0503020204020204" charset="-122"/>
                <a:sym typeface="+mn-ea"/>
              </a:rPr>
              <a:t>或</a:t>
            </a:r>
            <a:r>
              <a:rPr lang="en-US" altLang="zh-CN" sz="1400" dirty="0">
                <a:solidFill>
                  <a:schemeClr val="tx1"/>
                </a:solidFill>
                <a:latin typeface="微软雅黑" panose="020B0503020204020204" charset="-122"/>
                <a:ea typeface="微软雅黑" panose="020B0503020204020204" charset="-122"/>
                <a:sym typeface="+mn-ea"/>
              </a:rPr>
              <a:t>LSTM</a:t>
            </a:r>
            <a:r>
              <a:rPr lang="zh-CN" altLang="en-US" sz="1400" dirty="0">
                <a:solidFill>
                  <a:schemeClr val="tx1"/>
                </a:solidFill>
                <a:latin typeface="微软雅黑" panose="020B0503020204020204" charset="-122"/>
                <a:ea typeface="微软雅黑" panose="020B0503020204020204" charset="-122"/>
                <a:sym typeface="+mn-ea"/>
              </a:rPr>
              <a:t>预测未来多个时刻的</a:t>
            </a:r>
            <a:r>
              <a:rPr lang="en-US" altLang="zh-CN" sz="1400" dirty="0">
                <a:solidFill>
                  <a:schemeClr val="tx1"/>
                </a:solidFill>
                <a:latin typeface="微软雅黑" panose="020B0503020204020204" charset="-122"/>
                <a:ea typeface="微软雅黑" panose="020B0503020204020204" charset="-122"/>
                <a:sym typeface="+mn-ea"/>
              </a:rPr>
              <a:t>L3-RSRP。</a:t>
            </a:r>
            <a:endParaRPr lang="en-US" altLang="zh-CN"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网络根据相邻小区未来信号变化趋势，提前选择候选小区并执行切换。</a:t>
            </a:r>
            <a:endParaRPr lang="en-US" altLang="zh-CN"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创新与价值：</a:t>
            </a:r>
            <a:r>
              <a:rPr lang="zh-CN" altLang="en-US" sz="1400" dirty="0">
                <a:solidFill>
                  <a:schemeClr val="tx1"/>
                </a:solidFill>
                <a:latin typeface="微软雅黑" panose="020B0503020204020204" charset="-122"/>
                <a:ea typeface="微软雅黑" panose="020B0503020204020204" charset="-122"/>
                <a:sym typeface="+mn-ea"/>
              </a:rPr>
              <a:t>该研究将</a:t>
            </a:r>
            <a:r>
              <a:rPr lang="zh-CN" altLang="en-US" sz="1400" b="1" dirty="0">
                <a:solidFill>
                  <a:schemeClr val="tx1"/>
                </a:solidFill>
                <a:latin typeface="微软雅黑" panose="020B0503020204020204" charset="-122"/>
                <a:ea typeface="微软雅黑" panose="020B0503020204020204" charset="-122"/>
                <a:sym typeface="+mn-ea"/>
              </a:rPr>
              <a:t>压缩测量与主动切换</a:t>
            </a:r>
            <a:r>
              <a:rPr lang="zh-CN" altLang="en-US" sz="1400" dirty="0">
                <a:solidFill>
                  <a:schemeClr val="tx1"/>
                </a:solidFill>
                <a:latin typeface="微软雅黑" panose="020B0503020204020204" charset="-122"/>
                <a:ea typeface="微软雅黑" panose="020B0503020204020204" charset="-122"/>
                <a:sym typeface="+mn-ea"/>
              </a:rPr>
              <a:t>结合：一方面减少需要测量的波束数量，另一方面利用未来</a:t>
            </a:r>
            <a:r>
              <a:rPr lang="en-US" altLang="zh-CN" sz="1400" dirty="0">
                <a:solidFill>
                  <a:schemeClr val="tx1"/>
                </a:solidFill>
                <a:latin typeface="微软雅黑" panose="020B0503020204020204" charset="-122"/>
                <a:ea typeface="微软雅黑" panose="020B0503020204020204" charset="-122"/>
                <a:sym typeface="+mn-ea"/>
              </a:rPr>
              <a:t>RSRP</a:t>
            </a:r>
            <a:r>
              <a:rPr lang="zh-CN" altLang="en-US" sz="1400" dirty="0">
                <a:solidFill>
                  <a:schemeClr val="tx1"/>
                </a:solidFill>
                <a:latin typeface="微软雅黑" panose="020B0503020204020204" charset="-122"/>
                <a:ea typeface="微软雅黑" panose="020B0503020204020204" charset="-122"/>
                <a:sym typeface="+mn-ea"/>
              </a:rPr>
              <a:t>预测，将移动性管理由“信号恶化后响应”转变为“风险发生前决策”。</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实验效果：</a:t>
            </a:r>
            <a:r>
              <a:rPr lang="zh-CN" altLang="en-US" sz="1400" dirty="0">
                <a:solidFill>
                  <a:schemeClr val="tx1"/>
                </a:solidFill>
                <a:latin typeface="微软雅黑" panose="020B0503020204020204" charset="-122"/>
                <a:ea typeface="微软雅黑" panose="020B0503020204020204" charset="-122"/>
                <a:sym typeface="+mn-ea"/>
              </a:rPr>
              <a:t>论文报告，该方法能够减少约 50%的波束测量开销，同时降低高速移动条件下的无线链路失败概率。</a:t>
            </a:r>
            <a:endParaRPr lang="en-US" altLang="zh-CN"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成熟度：</a:t>
            </a:r>
            <a:r>
              <a:rPr lang="zh-CN" altLang="en-US" sz="1400" dirty="0">
                <a:solidFill>
                  <a:schemeClr val="tx1"/>
                </a:solidFill>
                <a:latin typeface="微软雅黑" panose="020B0503020204020204" charset="-122"/>
                <a:ea typeface="微软雅黑" panose="020B0503020204020204" charset="-122"/>
                <a:sym typeface="+mn-ea"/>
              </a:rPr>
              <a:t>该研究目前主要完成了仿真验证，尚未在真实高铁网络中完成公开验证。</a:t>
            </a:r>
            <a:endParaRPr lang="zh-CN" altLang="en-US" sz="1400" dirty="0">
              <a:solidFill>
                <a:schemeClr val="tx1"/>
              </a:solidFill>
              <a:latin typeface="微软雅黑" panose="020B0503020204020204" charset="-122"/>
              <a:ea typeface="微软雅黑" panose="020B0503020204020204" charset="-122"/>
              <a:sym typeface="+mn-ea"/>
            </a:endParaRPr>
          </a:p>
        </p:txBody>
      </p:sp>
      <p:sp>
        <p:nvSpPr>
          <p:cNvPr id="2" name="文本框 1"/>
          <p:cNvSpPr txBox="1"/>
          <p:nvPr/>
        </p:nvSpPr>
        <p:spPr>
          <a:xfrm>
            <a:off x="338455" y="6058535"/>
            <a:ext cx="11514455" cy="464185"/>
          </a:xfrm>
          <a:prstGeom prst="rect">
            <a:avLst/>
          </a:prstGeom>
          <a:noFill/>
        </p:spPr>
        <p:txBody>
          <a:bodyPr wrap="square" lIns="0" tIns="0" rIns="0" bIns="0" rtlCol="0">
            <a:noAutofit/>
          </a:bodyPr>
          <a:p>
            <a:pPr>
              <a:spcAft>
                <a:spcPts val="300"/>
              </a:spcAft>
            </a:pPr>
            <a:r>
              <a:rPr lang="en-US" altLang="zh-CN" sz="1000" dirty="0" smtClean="0">
                <a:solidFill>
                  <a:schemeClr val="tx1"/>
                </a:solidFill>
                <a:latin typeface="微软雅黑" panose="020B0503020204020204" charset="-122"/>
                <a:ea typeface="微软雅黑" panose="020B0503020204020204" charset="-122"/>
              </a:rPr>
              <a:t>[1] W. Li et al., “AI-Driven Mobility Management for High-Speed Railway Communications: Compressed Measurements and Proactive Handover,” IEEE Vehicular Technology Magazine, vol. 20, no. 4, pp. 84–94, 2025</a:t>
            </a:r>
            <a:endParaRPr lang="en-US" altLang="zh-CN" sz="1000" dirty="0" smtClean="0">
              <a:solidFill>
                <a:schemeClr val="tx1"/>
              </a:solidFill>
              <a:latin typeface="微软雅黑" panose="020B0503020204020204" charset="-122"/>
              <a:ea typeface="微软雅黑" panose="020B0503020204020204" charset="-122"/>
            </a:endParaRPr>
          </a:p>
          <a:p>
            <a:pPr>
              <a:spcAft>
                <a:spcPts val="300"/>
              </a:spcAft>
            </a:pPr>
            <a:r>
              <a:rPr lang="en-US" altLang="zh-CN" sz="1000" dirty="0" smtClean="0">
                <a:solidFill>
                  <a:schemeClr val="tx1"/>
                </a:solidFill>
                <a:latin typeface="微软雅黑" panose="020B0503020204020204" charset="-122"/>
                <a:ea typeface="微软雅黑" panose="020B0503020204020204" charset="-122"/>
              </a:rPr>
              <a:t>[2] R. Kumar, A. Gholmieh and P. Purkayastha, “Data Collection for Network Model Training,” Qualcomm Inc., Patent Application WO2026075914A1, 2026.</a:t>
            </a:r>
            <a:endParaRPr lang="en-US" altLang="zh-CN" sz="1000" dirty="0" smtClean="0">
              <a:solidFill>
                <a:schemeClr val="tx1"/>
              </a:solidFill>
              <a:latin typeface="微软雅黑" panose="020B0503020204020204" charset="-122"/>
              <a:ea typeface="微软雅黑" panose="020B0503020204020204" charset="-122"/>
            </a:endParaRPr>
          </a:p>
        </p:txBody>
      </p:sp>
      <p:sp>
        <p:nvSpPr>
          <p:cNvPr id="6" name="文本框 5"/>
          <p:cNvSpPr txBox="1"/>
          <p:nvPr/>
        </p:nvSpPr>
        <p:spPr>
          <a:xfrm>
            <a:off x="6207125" y="960755"/>
            <a:ext cx="5808345" cy="5046345"/>
          </a:xfrm>
          <a:prstGeom prst="rect">
            <a:avLst/>
          </a:prstGeom>
          <a:noFill/>
          <a:ln>
            <a:noFill/>
          </a:ln>
        </p:spPr>
        <p:txBody>
          <a:bodyPr wrap="square" rtlCol="0" anchor="t">
            <a:noAutofit/>
          </a:bodyPr>
          <a:p>
            <a:pPr indent="0">
              <a:lnSpc>
                <a:spcPct val="120000"/>
              </a:lnSpc>
              <a:buFont typeface="Arial" panose="020B0604020202020204" pitchFamily="34" charset="0"/>
              <a:buNone/>
            </a:pPr>
            <a:r>
              <a:rPr lang="en-US" altLang="zh-CN" b="1" dirty="0">
                <a:solidFill>
                  <a:schemeClr val="tx1"/>
                </a:solidFill>
                <a:latin typeface="微软雅黑" panose="020B0503020204020204" charset="-122"/>
                <a:ea typeface="微软雅黑" panose="020B0503020204020204" charset="-122"/>
                <a:sym typeface="+mn-ea"/>
              </a:rPr>
              <a:t>2</a:t>
            </a:r>
            <a:r>
              <a:rPr lang="zh-CN" altLang="en-US" b="1" dirty="0">
                <a:solidFill>
                  <a:schemeClr val="tx1"/>
                </a:solidFill>
                <a:latin typeface="微软雅黑" panose="020B0503020204020204" charset="-122"/>
                <a:ea typeface="微软雅黑" panose="020B0503020204020204" charset="-122"/>
                <a:sym typeface="+mn-ea"/>
              </a:rPr>
              <a:t>. </a:t>
            </a:r>
            <a:r>
              <a:rPr lang="zh-CN" altLang="en-US" b="1" dirty="0">
                <a:latin typeface="微软雅黑" panose="020B0503020204020204" charset="-122"/>
                <a:ea typeface="微软雅黑" panose="020B0503020204020204" charset="-122"/>
                <a:sym typeface="+mn-ea"/>
              </a:rPr>
              <a:t>高通专利</a:t>
            </a:r>
            <a:r>
              <a:rPr lang="en-US" altLang="zh-CN" b="1" dirty="0">
                <a:latin typeface="微软雅黑" panose="020B0503020204020204" charset="-122"/>
                <a:ea typeface="微软雅黑" panose="020B0503020204020204" charset="-122"/>
                <a:sym typeface="+mn-ea"/>
              </a:rPr>
              <a:t>：</a:t>
            </a:r>
            <a:r>
              <a:rPr lang="zh-CN" altLang="en-US" b="1" dirty="0">
                <a:latin typeface="微软雅黑" panose="020B0503020204020204" charset="-122"/>
                <a:ea typeface="微软雅黑" panose="020B0503020204020204" charset="-122"/>
                <a:sym typeface="+mn-ea"/>
              </a:rPr>
              <a:t>面向模型训练</a:t>
            </a:r>
            <a:r>
              <a:rPr lang="zh-CN" altLang="en-US" b="1" dirty="0">
                <a:latin typeface="微软雅黑" panose="020B0503020204020204" charset="-122"/>
                <a:ea typeface="微软雅黑" panose="020B0503020204020204" charset="-122"/>
                <a:sym typeface="+mn-ea"/>
              </a:rPr>
              <a:t>的数据采集</a:t>
            </a:r>
            <a:r>
              <a:rPr lang="en-US" altLang="zh-CN" b="1" baseline="30000" dirty="0">
                <a:latin typeface="微软雅黑" panose="020B0503020204020204" charset="-122"/>
                <a:ea typeface="微软雅黑" panose="020B0503020204020204" charset="-122"/>
                <a:sym typeface="+mn-ea"/>
              </a:rPr>
              <a:t>[2]</a:t>
            </a:r>
            <a:endParaRPr lang="zh-CN" altLang="en-US" b="1" dirty="0">
              <a:solidFill>
                <a:schemeClr val="tx1"/>
              </a:solidFill>
              <a:latin typeface="微软雅黑" panose="020B0503020204020204" charset="-122"/>
              <a:ea typeface="微软雅黑" panose="020B0503020204020204" charset="-122"/>
              <a:sym typeface="+mn-ea"/>
            </a:endParaRPr>
          </a:p>
          <a:p>
            <a:pPr indent="0">
              <a:lnSpc>
                <a:spcPct val="120000"/>
              </a:lnSpc>
              <a:buFont typeface="Arial" panose="020B0604020202020204" pitchFamily="34" charset="0"/>
              <a:buNone/>
            </a:pPr>
            <a:r>
              <a:rPr lang="en-US" altLang="zh-CN" sz="1400" dirty="0">
                <a:solidFill>
                  <a:schemeClr val="tx1"/>
                </a:solidFill>
                <a:latin typeface="微软雅黑" panose="020B0503020204020204" charset="-122"/>
                <a:ea typeface="微软雅黑" panose="020B0503020204020204" charset="-122"/>
                <a:sym typeface="+mn-ea"/>
              </a:rPr>
              <a:t>AI</a:t>
            </a:r>
            <a:r>
              <a:rPr lang="zh-CN" altLang="en-US" sz="1400" dirty="0">
                <a:solidFill>
                  <a:schemeClr val="tx1"/>
                </a:solidFill>
                <a:latin typeface="微软雅黑" panose="020B0503020204020204" charset="-122"/>
                <a:ea typeface="微软雅黑" panose="020B0503020204020204" charset="-122"/>
                <a:sym typeface="+mn-ea"/>
              </a:rPr>
              <a:t>模型要预测</a:t>
            </a:r>
            <a:r>
              <a:rPr lang="zh-CN" altLang="en-US" sz="1400" b="1" dirty="0">
                <a:solidFill>
                  <a:schemeClr val="tx1"/>
                </a:solidFill>
                <a:latin typeface="微软雅黑" panose="020B0503020204020204" charset="-122"/>
                <a:ea typeface="微软雅黑" panose="020B0503020204020204" charset="-122"/>
                <a:sym typeface="+mn-ea"/>
              </a:rPr>
              <a:t>切换、波束失败和无线链路失败</a:t>
            </a:r>
            <a:r>
              <a:rPr lang="zh-CN" altLang="en-US" sz="1400" dirty="0">
                <a:solidFill>
                  <a:schemeClr val="tx1"/>
                </a:solidFill>
                <a:latin typeface="微软雅黑" panose="020B0503020204020204" charset="-122"/>
                <a:ea typeface="微软雅黑" panose="020B0503020204020204" charset="-122"/>
                <a:sym typeface="+mn-ea"/>
              </a:rPr>
              <a:t>等移动性事件，需要学习</a:t>
            </a:r>
            <a:r>
              <a:rPr lang="zh-CN" altLang="en-US" sz="1400" b="1" dirty="0">
                <a:solidFill>
                  <a:schemeClr val="tx1"/>
                </a:solidFill>
                <a:latin typeface="微软雅黑" panose="020B0503020204020204" charset="-122"/>
                <a:ea typeface="微软雅黑" panose="020B0503020204020204" charset="-122"/>
                <a:sym typeface="+mn-ea"/>
              </a:rPr>
              <a:t>事件发生前后的信号变化</a:t>
            </a:r>
            <a:r>
              <a:rPr lang="zh-CN" altLang="en-US" sz="1400" dirty="0">
                <a:solidFill>
                  <a:schemeClr val="tx1"/>
                </a:solidFill>
                <a:latin typeface="微软雅黑" panose="020B0503020204020204" charset="-122"/>
                <a:ea typeface="微软雅黑" panose="020B0503020204020204" charset="-122"/>
                <a:sym typeface="+mn-ea"/>
              </a:rPr>
              <a:t>过程。传统测量数据主要面向网络监控，可能只记录事件发生时的状态，数据数量和时间范围未必适合模型训练。</a:t>
            </a:r>
            <a:endParaRPr lang="en-US" altLang="zh-CN" sz="1400" dirty="0">
              <a:solidFill>
                <a:schemeClr val="tx1"/>
              </a:solidFill>
              <a:latin typeface="微软雅黑" panose="020B0503020204020204" charset="-122"/>
              <a:ea typeface="微软雅黑" panose="020B0503020204020204" charset="-122"/>
              <a:sym typeface="+mn-ea"/>
            </a:endParaRPr>
          </a:p>
          <a:p>
            <a:pPr indent="0">
              <a:lnSpc>
                <a:spcPct val="12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研究方法：</a:t>
            </a:r>
            <a:endParaRPr lang="en-US" altLang="zh-CN" sz="1400" dirty="0">
              <a:solidFill>
                <a:schemeClr val="tx1"/>
              </a:solidFill>
              <a:latin typeface="微软雅黑" panose="020B0503020204020204" charset="-122"/>
              <a:ea typeface="微软雅黑" panose="020B0503020204020204" charset="-122"/>
              <a:sym typeface="+mn-ea"/>
            </a:endParaRPr>
          </a:p>
          <a:p>
            <a:pPr marL="285750" indent="-285750">
              <a:lnSpc>
                <a:spcPct val="12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网络向</a:t>
            </a:r>
            <a:r>
              <a:rPr lang="en-US" altLang="zh-CN" sz="1400" dirty="0">
                <a:solidFill>
                  <a:schemeClr val="tx1"/>
                </a:solidFill>
                <a:latin typeface="微软雅黑" panose="020B0503020204020204" charset="-122"/>
                <a:ea typeface="微软雅黑" panose="020B0503020204020204" charset="-122"/>
                <a:sym typeface="+mn-ea"/>
              </a:rPr>
              <a:t>UE</a:t>
            </a:r>
            <a:r>
              <a:rPr lang="zh-CN" altLang="en-US" sz="1400" dirty="0">
                <a:solidFill>
                  <a:schemeClr val="tx1"/>
                </a:solidFill>
                <a:latin typeface="微软雅黑" panose="020B0503020204020204" charset="-122"/>
                <a:ea typeface="微软雅黑" panose="020B0503020204020204" charset="-122"/>
                <a:sym typeface="+mn-ea"/>
              </a:rPr>
              <a:t>发送测量配置，并标明相关测量是否用于机器学习模型训练；</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20000"/>
              </a:lnSpc>
              <a:buFont typeface="Arial" panose="020B0604020202020204" pitchFamily="34" charset="0"/>
              <a:buChar char="•"/>
            </a:pPr>
            <a:r>
              <a:rPr lang="en-US" altLang="zh-CN" sz="1400" dirty="0">
                <a:solidFill>
                  <a:schemeClr val="tx1"/>
                </a:solidFill>
                <a:latin typeface="微软雅黑" panose="020B0503020204020204" charset="-122"/>
                <a:ea typeface="微软雅黑" panose="020B0503020204020204" charset="-122"/>
                <a:sym typeface="+mn-ea"/>
              </a:rPr>
              <a:t>UE</a:t>
            </a:r>
            <a:r>
              <a:rPr lang="zh-CN" altLang="en-US" sz="1400" dirty="0">
                <a:solidFill>
                  <a:schemeClr val="tx1"/>
                </a:solidFill>
                <a:latin typeface="微软雅黑" panose="020B0503020204020204" charset="-122"/>
                <a:ea typeface="微软雅黑" panose="020B0503020204020204" charset="-122"/>
                <a:sym typeface="+mn-ea"/>
              </a:rPr>
              <a:t>检测到指定移动性事件后，按照配置采集、记录并上报事件前后一定时间或一定数量的测量样本；</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2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触发事件可包括</a:t>
            </a:r>
            <a:r>
              <a:rPr lang="en-US" altLang="zh-CN" sz="1400" b="1" dirty="0">
                <a:solidFill>
                  <a:schemeClr val="tx1"/>
                </a:solidFill>
                <a:latin typeface="微软雅黑" panose="020B0503020204020204" charset="-122"/>
                <a:ea typeface="微软雅黑" panose="020B0503020204020204" charset="-122"/>
                <a:sym typeface="+mn-ea"/>
              </a:rPr>
              <a:t>RSRP</a:t>
            </a:r>
            <a:r>
              <a:rPr lang="zh-CN" altLang="en-US" sz="1400" b="1" dirty="0">
                <a:solidFill>
                  <a:schemeClr val="tx1"/>
                </a:solidFill>
                <a:latin typeface="微软雅黑" panose="020B0503020204020204" charset="-122"/>
                <a:ea typeface="微软雅黑" panose="020B0503020204020204" charset="-122"/>
                <a:sym typeface="+mn-ea"/>
              </a:rPr>
              <a:t>变化、波束失败、无线链路失败、切换、</a:t>
            </a:r>
            <a:r>
              <a:rPr lang="en-US" altLang="zh-CN" sz="1400" b="1" dirty="0">
                <a:solidFill>
                  <a:schemeClr val="tx1"/>
                </a:solidFill>
                <a:latin typeface="微软雅黑" panose="020B0503020204020204" charset="-122"/>
                <a:ea typeface="微软雅黑" panose="020B0503020204020204" charset="-122"/>
                <a:sym typeface="+mn-ea"/>
              </a:rPr>
              <a:t>RLC</a:t>
            </a:r>
            <a:r>
              <a:rPr lang="zh-CN" altLang="en-US" sz="1400" b="1" dirty="0">
                <a:solidFill>
                  <a:schemeClr val="tx1"/>
                </a:solidFill>
                <a:latin typeface="微软雅黑" panose="020B0503020204020204" charset="-122"/>
                <a:ea typeface="微软雅黑" panose="020B0503020204020204" charset="-122"/>
                <a:sym typeface="+mn-ea"/>
              </a:rPr>
              <a:t>重传次数超限、多普勒或时延扩展异常</a:t>
            </a:r>
            <a:r>
              <a:rPr lang="zh-CN" altLang="en-US" sz="1400" dirty="0">
                <a:solidFill>
                  <a:schemeClr val="tx1"/>
                </a:solidFill>
                <a:latin typeface="微软雅黑" panose="020B0503020204020204" charset="-122"/>
                <a:ea typeface="微软雅黑" panose="020B0503020204020204" charset="-122"/>
                <a:sym typeface="+mn-ea"/>
              </a:rPr>
              <a:t>等；</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2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通过不同标识区分模型训练数据与普通网络测量数据，便于网络侧分类管理和模型训练。</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2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创新与价值：</a:t>
            </a:r>
            <a:r>
              <a:rPr lang="zh-CN" altLang="en-US" sz="1400" dirty="0">
                <a:solidFill>
                  <a:schemeClr val="tx1"/>
                </a:solidFill>
                <a:latin typeface="微软雅黑" panose="020B0503020204020204" charset="-122"/>
                <a:ea typeface="微软雅黑" panose="020B0503020204020204" charset="-122"/>
                <a:sym typeface="+mn-ea"/>
              </a:rPr>
              <a:t>该方案将</a:t>
            </a:r>
            <a:r>
              <a:rPr lang="en-US" altLang="zh-CN" sz="1400" dirty="0">
                <a:solidFill>
                  <a:schemeClr val="tx1"/>
                </a:solidFill>
                <a:latin typeface="微软雅黑" panose="020B0503020204020204" charset="-122"/>
                <a:ea typeface="微软雅黑" panose="020B0503020204020204" charset="-122"/>
                <a:sym typeface="+mn-ea"/>
              </a:rPr>
              <a:t>UE</a:t>
            </a:r>
            <a:r>
              <a:rPr lang="zh-CN" altLang="en-US" sz="1400" dirty="0">
                <a:solidFill>
                  <a:schemeClr val="tx1"/>
                </a:solidFill>
                <a:latin typeface="微软雅黑" panose="020B0503020204020204" charset="-122"/>
                <a:ea typeface="微软雅黑" panose="020B0503020204020204" charset="-122"/>
                <a:sym typeface="+mn-ea"/>
              </a:rPr>
              <a:t>测量配置与</a:t>
            </a:r>
            <a:r>
              <a:rPr lang="en-US" altLang="zh-CN" sz="1400" dirty="0">
                <a:solidFill>
                  <a:schemeClr val="tx1"/>
                </a:solidFill>
                <a:latin typeface="微软雅黑" panose="020B0503020204020204" charset="-122"/>
                <a:ea typeface="微软雅黑" panose="020B0503020204020204" charset="-122"/>
                <a:sym typeface="+mn-ea"/>
              </a:rPr>
              <a:t>AI</a:t>
            </a:r>
            <a:r>
              <a:rPr lang="zh-CN" altLang="en-US" sz="1400" dirty="0">
                <a:solidFill>
                  <a:schemeClr val="tx1"/>
                </a:solidFill>
                <a:latin typeface="微软雅黑" panose="020B0503020204020204" charset="-122"/>
                <a:ea typeface="微软雅黑" panose="020B0503020204020204" charset="-122"/>
                <a:sym typeface="+mn-ea"/>
              </a:rPr>
              <a:t>模型训练需求直接关联，围绕关键事件构建包含事件发生前、发生时和发生后的连续样本。相比只采集事件发生瞬间的数据，模型可以进一步学习异常的形成和演化过程，提高移动事件预测训练数据的针对性与完整性。</a:t>
            </a:r>
            <a:endParaRPr lang="en-US" altLang="zh-CN" sz="1400" dirty="0">
              <a:solidFill>
                <a:schemeClr val="tx1"/>
              </a:solidFill>
              <a:latin typeface="微软雅黑" panose="020B0503020204020204" charset="-122"/>
              <a:ea typeface="微软雅黑" panose="020B0503020204020204" charset="-122"/>
              <a:sym typeface="+mn-ea"/>
            </a:endParaRPr>
          </a:p>
          <a:p>
            <a:pPr indent="0">
              <a:lnSpc>
                <a:spcPct val="12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成熟度：</a:t>
            </a:r>
            <a:r>
              <a:rPr lang="zh-CN" altLang="en-US" sz="1400" dirty="0">
                <a:solidFill>
                  <a:schemeClr val="tx1"/>
                </a:solidFill>
                <a:latin typeface="微软雅黑" panose="020B0503020204020204" charset="-122"/>
                <a:ea typeface="微软雅黑" panose="020B0503020204020204" charset="-122"/>
                <a:sym typeface="+mn-ea"/>
              </a:rPr>
              <a:t>该方案目前属于公开的</a:t>
            </a:r>
            <a:r>
              <a:rPr lang="en-US" altLang="zh-CN" sz="1400" dirty="0">
                <a:solidFill>
                  <a:schemeClr val="tx1"/>
                </a:solidFill>
                <a:latin typeface="微软雅黑" panose="020B0503020204020204" charset="-122"/>
                <a:ea typeface="微软雅黑" panose="020B0503020204020204" charset="-122"/>
                <a:sym typeface="+mn-ea"/>
              </a:rPr>
              <a:t>PCT</a:t>
            </a:r>
            <a:r>
              <a:rPr lang="zh-CN" altLang="en-US" sz="1400" dirty="0">
                <a:solidFill>
                  <a:schemeClr val="tx1"/>
                </a:solidFill>
                <a:latin typeface="微软雅黑" panose="020B0503020204020204" charset="-122"/>
                <a:ea typeface="微软雅黑" panose="020B0503020204020204" charset="-122"/>
                <a:sym typeface="+mn-ea"/>
              </a:rPr>
              <a:t>专利申请，未提供定量实验结果、开源代码或原型系统。</a:t>
            </a:r>
            <a:endParaRPr lang="zh-CN" altLang="en-US" sz="1400" dirty="0">
              <a:solidFill>
                <a:schemeClr val="tx1"/>
              </a:solidFill>
              <a:latin typeface="微软雅黑" panose="020B0503020204020204" charset="-122"/>
              <a:ea typeface="微软雅黑" panose="020B0503020204020204" charset="-122"/>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87" name=""/>
        <p:cNvGrpSpPr/>
        <p:nvPr/>
      </p:nvGrpSpPr>
      <p:grpSpPr>
        <a:xfrm>
          <a:off x="0" y="0"/>
          <a:ext cx="0" cy="0"/>
          <a:chOff x="0" y="0"/>
          <a:chExt cx="0" cy="0"/>
        </a:xfrm>
      </p:grpSpPr>
      <p:sp>
        <p:nvSpPr>
          <p:cNvPr id="88" name="标题 1"/>
          <p:cNvSpPr>
            <a:spLocks noGrp="1"/>
          </p:cNvSpPr>
          <p:nvPr>
            <p:ph type="title"/>
          </p:nvPr>
        </p:nvSpPr>
        <p:spPr>
          <a:xfrm>
            <a:off x="565150" y="339090"/>
            <a:ext cx="10309225" cy="612775"/>
          </a:xfrm>
        </p:spPr>
        <p:txBody>
          <a:bodyPr>
            <a:noAutofit/>
          </a:bodyPr>
          <a:lstStyle/>
          <a:p>
            <a:r>
              <a:rPr lang="zh-CN" altLang="en-US" sz="2800" b="1" dirty="0">
                <a:latin typeface="微软雅黑" panose="020B0503020204020204" charset="-122"/>
                <a:ea typeface="微软雅黑" panose="020B0503020204020204" charset="-122"/>
                <a:sym typeface="+mn-ea"/>
              </a:rPr>
              <a:t>方向二：</a:t>
            </a:r>
            <a:r>
              <a:rPr lang="en-US" altLang="zh-CN" sz="2800" b="1" dirty="0">
                <a:latin typeface="微软雅黑" panose="020B0503020204020204" charset="-122"/>
                <a:ea typeface="微软雅黑" panose="020B0503020204020204" charset="-122"/>
                <a:sym typeface="+mn-ea"/>
              </a:rPr>
              <a:t>AI</a:t>
            </a:r>
            <a:r>
              <a:rPr lang="zh-CN" altLang="en-US" sz="2800" b="1" dirty="0">
                <a:latin typeface="微软雅黑" panose="020B0503020204020204" charset="-122"/>
                <a:ea typeface="微软雅黑" panose="020B0503020204020204" charset="-122"/>
                <a:sym typeface="+mn-ea"/>
              </a:rPr>
              <a:t>分析通信测试结果与业务体验</a:t>
            </a:r>
            <a:endParaRPr lang="zh-CN" altLang="en-US" sz="2800" b="1" dirty="0">
              <a:latin typeface="微软雅黑" panose="020B0503020204020204" charset="-122"/>
              <a:ea typeface="微软雅黑" panose="020B0503020204020204" charset="-122"/>
              <a:sym typeface="+mn-ea"/>
            </a:endParaRPr>
          </a:p>
        </p:txBody>
      </p:sp>
      <p:sp>
        <p:nvSpPr>
          <p:cNvPr id="89" name="文本框 5"/>
          <p:cNvSpPr txBox="1"/>
          <p:nvPr/>
        </p:nvSpPr>
        <p:spPr>
          <a:xfrm>
            <a:off x="243840" y="951865"/>
            <a:ext cx="5935345" cy="5022850"/>
          </a:xfrm>
          <a:prstGeom prst="rect">
            <a:avLst/>
          </a:prstGeom>
          <a:noFill/>
          <a:ln>
            <a:noFill/>
          </a:ln>
        </p:spPr>
        <p:txBody>
          <a:bodyPr wrap="square" rtlCol="0" anchor="t">
            <a:noAutofit/>
          </a:bodyPr>
          <a:p>
            <a:pPr indent="0">
              <a:lnSpc>
                <a:spcPct val="130000"/>
              </a:lnSpc>
              <a:buFont typeface="Arial" panose="020B0604020202020204" pitchFamily="34" charset="0"/>
              <a:buNone/>
            </a:pPr>
            <a:r>
              <a:rPr lang="en-US" altLang="zh-CN" b="1" dirty="0">
                <a:solidFill>
                  <a:schemeClr val="tx1"/>
                </a:solidFill>
                <a:latin typeface="微软雅黑" panose="020B0503020204020204" charset="-122"/>
                <a:ea typeface="微软雅黑" panose="020B0503020204020204" charset="-122"/>
                <a:sym typeface="+mn-ea"/>
              </a:rPr>
              <a:t>1</a:t>
            </a:r>
            <a:r>
              <a:rPr lang="zh-CN" altLang="en-US" b="1" dirty="0">
                <a:solidFill>
                  <a:schemeClr val="tx1"/>
                </a:solidFill>
                <a:latin typeface="微软雅黑" panose="020B0503020204020204" charset="-122"/>
                <a:ea typeface="微软雅黑" panose="020B0503020204020204" charset="-122"/>
                <a:sym typeface="+mn-ea"/>
              </a:rPr>
              <a:t>. 基于</a:t>
            </a:r>
            <a:r>
              <a:rPr lang="en-US" altLang="zh-CN" b="1" dirty="0">
                <a:solidFill>
                  <a:schemeClr val="tx1"/>
                </a:solidFill>
                <a:latin typeface="微软雅黑" panose="020B0503020204020204" charset="-122"/>
                <a:ea typeface="微软雅黑" panose="020B0503020204020204" charset="-122"/>
                <a:sym typeface="+mn-ea"/>
              </a:rPr>
              <a:t>Transformer</a:t>
            </a:r>
            <a:r>
              <a:rPr lang="zh-CN" altLang="en-US" b="1" dirty="0">
                <a:solidFill>
                  <a:schemeClr val="tx1"/>
                </a:solidFill>
                <a:latin typeface="微软雅黑" panose="020B0503020204020204" charset="-122"/>
                <a:ea typeface="微软雅黑" panose="020B0503020204020204" charset="-122"/>
                <a:sym typeface="+mn-ea"/>
              </a:rPr>
              <a:t>的</a:t>
            </a:r>
            <a:r>
              <a:rPr lang="en-US" altLang="zh-CN" b="1" dirty="0">
                <a:solidFill>
                  <a:schemeClr val="tx1"/>
                </a:solidFill>
                <a:latin typeface="微软雅黑" panose="020B0503020204020204" charset="-122"/>
                <a:ea typeface="微软雅黑" panose="020B0503020204020204" charset="-122"/>
                <a:sym typeface="+mn-ea"/>
              </a:rPr>
              <a:t>RIC</a:t>
            </a:r>
            <a:r>
              <a:rPr lang="zh-CN" altLang="en-US" b="1" dirty="0">
                <a:solidFill>
                  <a:schemeClr val="tx1"/>
                </a:solidFill>
                <a:latin typeface="微软雅黑" panose="020B0503020204020204" charset="-122"/>
                <a:ea typeface="微软雅黑" panose="020B0503020204020204" charset="-122"/>
                <a:sym typeface="+mn-ea"/>
              </a:rPr>
              <a:t>辅助视频</a:t>
            </a:r>
            <a:r>
              <a:rPr lang="en-US" altLang="zh-CN" b="1" dirty="0">
                <a:solidFill>
                  <a:schemeClr val="tx1"/>
                </a:solidFill>
                <a:latin typeface="微软雅黑" panose="020B0503020204020204" charset="-122"/>
                <a:ea typeface="微软雅黑" panose="020B0503020204020204" charset="-122"/>
                <a:sym typeface="+mn-ea"/>
              </a:rPr>
              <a:t>QoE</a:t>
            </a:r>
            <a:r>
              <a:rPr lang="zh-CN" altLang="en-US" b="1" dirty="0">
                <a:solidFill>
                  <a:schemeClr val="tx1"/>
                </a:solidFill>
                <a:latin typeface="微软雅黑" panose="020B0503020204020204" charset="-122"/>
                <a:ea typeface="微软雅黑" panose="020B0503020204020204" charset="-122"/>
                <a:sym typeface="+mn-ea"/>
              </a:rPr>
              <a:t>预测</a:t>
            </a:r>
            <a:r>
              <a:rPr lang="zh-CN" altLang="en-US" b="1" baseline="30000" dirty="0">
                <a:solidFill>
                  <a:schemeClr val="tx1"/>
                </a:solidFill>
                <a:latin typeface="微软雅黑" panose="020B0503020204020204" charset="-122"/>
                <a:ea typeface="微软雅黑" panose="020B0503020204020204" charset="-122"/>
                <a:sym typeface="+mn-ea"/>
              </a:rPr>
              <a:t>[3]</a:t>
            </a:r>
            <a:endParaRPr lang="zh-CN" altLang="en-US" b="1" baseline="300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dirty="0">
                <a:solidFill>
                  <a:schemeClr val="tx1"/>
                </a:solidFill>
                <a:latin typeface="微软雅黑" panose="020B0503020204020204" charset="-122"/>
                <a:ea typeface="微软雅黑" panose="020B0503020204020204" charset="-122"/>
                <a:sym typeface="+mn-ea"/>
              </a:rPr>
              <a:t>无线网络</a:t>
            </a:r>
            <a:r>
              <a:rPr lang="en-US" altLang="zh-CN" sz="1400" dirty="0">
                <a:solidFill>
                  <a:schemeClr val="tx1"/>
                </a:solidFill>
                <a:latin typeface="微软雅黑" panose="020B0503020204020204" charset="-122"/>
                <a:ea typeface="微软雅黑" panose="020B0503020204020204" charset="-122"/>
                <a:sym typeface="+mn-ea"/>
              </a:rPr>
              <a:t>KPI</a:t>
            </a:r>
            <a:r>
              <a:rPr lang="zh-CN" altLang="en-US" sz="1400" dirty="0">
                <a:solidFill>
                  <a:schemeClr val="tx1"/>
                </a:solidFill>
                <a:latin typeface="微软雅黑" panose="020B0503020204020204" charset="-122"/>
                <a:ea typeface="微软雅黑" panose="020B0503020204020204" charset="-122"/>
                <a:sym typeface="+mn-ea"/>
              </a:rPr>
              <a:t>不能直接等同于用户体验，而且实时视频对网络波动敏感，等到卡顿发生后再调整资源往往已经太晚。</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研究方法：</a:t>
            </a:r>
            <a:endParaRPr lang="en-US" altLang="zh-CN"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latin typeface="微软雅黑" panose="020B0503020204020204" charset="-122"/>
                <a:ea typeface="微软雅黑" panose="020B0503020204020204" charset="-122"/>
                <a:sym typeface="+mn-ea"/>
              </a:rPr>
              <a:t>基于</a:t>
            </a:r>
            <a:r>
              <a:rPr lang="en-US" altLang="zh-CN" sz="1400" dirty="0">
                <a:latin typeface="微软雅黑" panose="020B0503020204020204" charset="-122"/>
                <a:ea typeface="微软雅黑" panose="020B0503020204020204" charset="-122"/>
                <a:sym typeface="+mn-ea"/>
              </a:rPr>
              <a:t>OAI 4G/5G</a:t>
            </a:r>
            <a:r>
              <a:rPr lang="zh-CN" altLang="en-US" sz="1400" dirty="0">
                <a:latin typeface="微软雅黑" panose="020B0503020204020204" charset="-122"/>
                <a:ea typeface="微软雅黑" panose="020B0503020204020204" charset="-122"/>
                <a:sym typeface="+mn-ea"/>
              </a:rPr>
              <a:t>无线接入网</a:t>
            </a:r>
            <a:r>
              <a:rPr lang="en-US" altLang="zh-CN" sz="1400" dirty="0">
                <a:latin typeface="微软雅黑" panose="020B0503020204020204" charset="-122"/>
                <a:ea typeface="微软雅黑" panose="020B0503020204020204" charset="-122"/>
                <a:sym typeface="+mn-ea"/>
              </a:rPr>
              <a:t>、USRP B210 </a:t>
            </a:r>
            <a:r>
              <a:rPr lang="zh-CN" altLang="en-US" sz="1400" dirty="0">
                <a:latin typeface="微软雅黑" panose="020B0503020204020204" charset="-122"/>
                <a:ea typeface="微软雅黑" panose="020B0503020204020204" charset="-122"/>
                <a:sym typeface="+mn-ea"/>
              </a:rPr>
              <a:t>软件无线电设备和</a:t>
            </a:r>
            <a:r>
              <a:rPr lang="en-US" altLang="zh-CN" sz="1400" dirty="0">
                <a:latin typeface="微软雅黑" panose="020B0503020204020204" charset="-122"/>
                <a:ea typeface="微软雅黑" panose="020B0503020204020204" charset="-122"/>
                <a:sym typeface="+mn-ea"/>
              </a:rPr>
              <a:t>EdgeGallery RIC</a:t>
            </a:r>
            <a:r>
              <a:rPr lang="zh-CN" altLang="en-US" sz="1400" dirty="0">
                <a:latin typeface="微软雅黑" panose="020B0503020204020204" charset="-122"/>
                <a:ea typeface="微软雅黑" panose="020B0503020204020204" charset="-122"/>
                <a:sym typeface="+mn-ea"/>
              </a:rPr>
              <a:t>平台搭建无线实时视频原型系统，使用</a:t>
            </a:r>
            <a:r>
              <a:rPr lang="en-US" altLang="zh-CN" sz="1400" dirty="0">
                <a:latin typeface="微软雅黑" panose="020B0503020204020204" charset="-122"/>
                <a:ea typeface="微软雅黑" panose="020B0503020204020204" charset="-122"/>
                <a:sym typeface="+mn-ea"/>
              </a:rPr>
              <a:t>WebRTC</a:t>
            </a:r>
            <a:r>
              <a:rPr lang="zh-CN" altLang="en-US" sz="1400" dirty="0">
                <a:latin typeface="微软雅黑" panose="020B0503020204020204" charset="-122"/>
                <a:ea typeface="微软雅黑" panose="020B0503020204020204" charset="-122"/>
                <a:sym typeface="+mn-ea"/>
              </a:rPr>
              <a:t>传输视频，并接入6台</a:t>
            </a:r>
            <a:r>
              <a:rPr lang="en-US" altLang="zh-CN" sz="1400" dirty="0">
                <a:latin typeface="微软雅黑" panose="020B0503020204020204" charset="-122"/>
                <a:ea typeface="微软雅黑" panose="020B0503020204020204" charset="-122"/>
                <a:sym typeface="+mn-ea"/>
              </a:rPr>
              <a:t>Nexus 6P</a:t>
            </a:r>
            <a:r>
              <a:rPr lang="zh-CN" altLang="en-US" sz="1400" dirty="0">
                <a:latin typeface="微软雅黑" panose="020B0503020204020204" charset="-122"/>
                <a:ea typeface="微软雅黑" panose="020B0503020204020204" charset="-122"/>
                <a:sym typeface="+mn-ea"/>
              </a:rPr>
              <a:t>手机</a:t>
            </a:r>
            <a:r>
              <a:rPr lang="zh-CN" altLang="en-US" sz="1400" dirty="0">
                <a:latin typeface="微软雅黑" panose="020B0503020204020204" charset="-122"/>
                <a:ea typeface="微软雅黑" panose="020B0503020204020204" charset="-122"/>
                <a:sym typeface="+mn-ea"/>
              </a:rPr>
              <a:t>；</a:t>
            </a:r>
            <a:endParaRPr lang="zh-CN" altLang="en-US" sz="1400" dirty="0">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en-US" altLang="zh-CN" sz="1400" dirty="0">
                <a:solidFill>
                  <a:schemeClr val="tx1"/>
                </a:solidFill>
                <a:latin typeface="微软雅黑" panose="020B0503020204020204" charset="-122"/>
                <a:ea typeface="微软雅黑" panose="020B0503020204020204" charset="-122"/>
                <a:sym typeface="+mn-ea"/>
              </a:rPr>
              <a:t>RIC</a:t>
            </a:r>
            <a:r>
              <a:rPr lang="zh-CN" altLang="en-US" sz="1400" dirty="0">
                <a:solidFill>
                  <a:schemeClr val="tx1"/>
                </a:solidFill>
                <a:latin typeface="微软雅黑" panose="020B0503020204020204" charset="-122"/>
                <a:ea typeface="微软雅黑" panose="020B0503020204020204" charset="-122"/>
                <a:sym typeface="+mn-ea"/>
              </a:rPr>
              <a:t>采集无线网络底层信息，</a:t>
            </a:r>
            <a:r>
              <a:rPr lang="en-US" altLang="zh-CN" sz="1400" dirty="0">
                <a:solidFill>
                  <a:schemeClr val="tx1"/>
                </a:solidFill>
                <a:latin typeface="微软雅黑" panose="020B0503020204020204" charset="-122"/>
                <a:ea typeface="微软雅黑" panose="020B0503020204020204" charset="-122"/>
                <a:sym typeface="+mn-ea"/>
              </a:rPr>
              <a:t>WebRTC</a:t>
            </a:r>
            <a:r>
              <a:rPr lang="zh-CN" altLang="en-US" sz="1400" dirty="0">
                <a:solidFill>
                  <a:schemeClr val="tx1"/>
                </a:solidFill>
                <a:latin typeface="微软雅黑" panose="020B0503020204020204" charset="-122"/>
                <a:ea typeface="微软雅黑" panose="020B0503020204020204" charset="-122"/>
                <a:sym typeface="+mn-ea"/>
              </a:rPr>
              <a:t>服务器同步记录视频</a:t>
            </a:r>
            <a:r>
              <a:rPr lang="en-US" altLang="zh-CN" sz="1400" dirty="0">
                <a:solidFill>
                  <a:schemeClr val="tx1"/>
                </a:solidFill>
                <a:latin typeface="微软雅黑" panose="020B0503020204020204" charset="-122"/>
                <a:ea typeface="微软雅黑" panose="020B0503020204020204" charset="-122"/>
                <a:sym typeface="+mn-ea"/>
              </a:rPr>
              <a:t>QoE，</a:t>
            </a:r>
            <a:r>
              <a:rPr lang="zh-CN" altLang="en-US" sz="1400" dirty="0">
                <a:solidFill>
                  <a:schemeClr val="tx1"/>
                </a:solidFill>
                <a:latin typeface="微软雅黑" panose="020B0503020204020204" charset="-122"/>
                <a:ea typeface="微软雅黑" panose="020B0503020204020204" charset="-122"/>
                <a:sym typeface="+mn-ea"/>
              </a:rPr>
              <a:t>形成“</a:t>
            </a:r>
            <a:r>
              <a:rPr lang="zh-CN" altLang="en-US" sz="1400" b="1" dirty="0">
                <a:solidFill>
                  <a:schemeClr val="tx1"/>
                </a:solidFill>
                <a:latin typeface="微软雅黑" panose="020B0503020204020204" charset="-122"/>
                <a:ea typeface="微软雅黑" panose="020B0503020204020204" charset="-122"/>
                <a:sym typeface="+mn-ea"/>
              </a:rPr>
              <a:t>网络状态—业务体验</a:t>
            </a:r>
            <a:r>
              <a:rPr lang="zh-CN" altLang="en-US" sz="1400" dirty="0">
                <a:solidFill>
                  <a:schemeClr val="tx1"/>
                </a:solidFill>
                <a:latin typeface="微软雅黑" panose="020B0503020204020204" charset="-122"/>
                <a:ea typeface="微软雅黑" panose="020B0503020204020204" charset="-122"/>
                <a:sym typeface="+mn-ea"/>
              </a:rPr>
              <a:t>”配对数据；</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提出</a:t>
            </a:r>
            <a:r>
              <a:rPr lang="zh-CN" altLang="en-US" sz="1400" b="1" dirty="0">
                <a:solidFill>
                  <a:schemeClr val="tx1"/>
                </a:solidFill>
                <a:latin typeface="微软雅黑" panose="020B0503020204020204" charset="-122"/>
                <a:ea typeface="微软雅黑" panose="020B0503020204020204" charset="-122"/>
                <a:sym typeface="+mn-ea"/>
              </a:rPr>
              <a:t>两阶段</a:t>
            </a:r>
            <a:r>
              <a:rPr lang="en-US" altLang="zh-CN" sz="1400" b="1" dirty="0">
                <a:solidFill>
                  <a:schemeClr val="tx1"/>
                </a:solidFill>
                <a:latin typeface="微软雅黑" panose="020B0503020204020204" charset="-122"/>
                <a:ea typeface="微软雅黑" panose="020B0503020204020204" charset="-122"/>
                <a:sym typeface="+mn-ea"/>
              </a:rPr>
              <a:t>Transformer</a:t>
            </a:r>
            <a:r>
              <a:rPr lang="zh-CN" altLang="en-US" sz="1400" b="1" dirty="0">
                <a:solidFill>
                  <a:schemeClr val="tx1"/>
                </a:solidFill>
                <a:latin typeface="微软雅黑" panose="020B0503020204020204" charset="-122"/>
                <a:ea typeface="微软雅黑" panose="020B0503020204020204" charset="-122"/>
                <a:sym typeface="+mn-ea"/>
              </a:rPr>
              <a:t>模型</a:t>
            </a:r>
            <a:r>
              <a:rPr lang="en-US" altLang="zh-CN" sz="1400" b="1" dirty="0">
                <a:solidFill>
                  <a:schemeClr val="tx1"/>
                </a:solidFill>
                <a:latin typeface="微软雅黑" panose="020B0503020204020204" charset="-122"/>
                <a:ea typeface="微软雅黑" panose="020B0503020204020204" charset="-122"/>
                <a:sym typeface="+mn-ea"/>
              </a:rPr>
              <a:t>TTPP</a:t>
            </a:r>
            <a:r>
              <a:rPr lang="en-US" altLang="zh-CN" sz="1400" dirty="0">
                <a:solidFill>
                  <a:schemeClr val="tx1"/>
                </a:solidFill>
                <a:latin typeface="微软雅黑" panose="020B0503020204020204" charset="-122"/>
                <a:ea typeface="微软雅黑" panose="020B0503020204020204" charset="-122"/>
                <a:sym typeface="+mn-ea"/>
              </a:rPr>
              <a:t>：</a:t>
            </a:r>
            <a:r>
              <a:rPr lang="zh-CN" altLang="en-US" sz="1400" dirty="0">
                <a:solidFill>
                  <a:schemeClr val="tx1"/>
                </a:solidFill>
                <a:latin typeface="微软雅黑" panose="020B0503020204020204" charset="-122"/>
                <a:ea typeface="微软雅黑" panose="020B0503020204020204" charset="-122"/>
                <a:sym typeface="+mn-ea"/>
              </a:rPr>
              <a:t>第一阶段估计</a:t>
            </a:r>
            <a:r>
              <a:rPr lang="zh-CN" altLang="en-US" sz="1400" b="1" dirty="0">
                <a:solidFill>
                  <a:schemeClr val="tx1"/>
                </a:solidFill>
                <a:latin typeface="微软雅黑" panose="020B0503020204020204" charset="-122"/>
                <a:ea typeface="微软雅黑" panose="020B0503020204020204" charset="-122"/>
                <a:sym typeface="+mn-ea"/>
              </a:rPr>
              <a:t>当前视频</a:t>
            </a:r>
            <a:r>
              <a:rPr lang="en-US" altLang="zh-CN" sz="1400" b="1" dirty="0">
                <a:solidFill>
                  <a:schemeClr val="tx1"/>
                </a:solidFill>
                <a:latin typeface="微软雅黑" panose="020B0503020204020204" charset="-122"/>
                <a:ea typeface="微软雅黑" panose="020B0503020204020204" charset="-122"/>
                <a:sym typeface="+mn-ea"/>
              </a:rPr>
              <a:t>QoE</a:t>
            </a:r>
            <a:r>
              <a:rPr lang="en-US" altLang="zh-CN" sz="1400" dirty="0">
                <a:solidFill>
                  <a:schemeClr val="tx1"/>
                </a:solidFill>
                <a:latin typeface="微软雅黑" panose="020B0503020204020204" charset="-122"/>
                <a:ea typeface="微软雅黑" panose="020B0503020204020204" charset="-122"/>
                <a:sym typeface="+mn-ea"/>
              </a:rPr>
              <a:t>，</a:t>
            </a:r>
            <a:r>
              <a:rPr lang="zh-CN" altLang="en-US" sz="1400" dirty="0">
                <a:solidFill>
                  <a:schemeClr val="tx1"/>
                </a:solidFill>
                <a:latin typeface="微软雅黑" panose="020B0503020204020204" charset="-122"/>
                <a:ea typeface="微软雅黑" panose="020B0503020204020204" charset="-122"/>
                <a:sym typeface="+mn-ea"/>
              </a:rPr>
              <a:t>第二阶段</a:t>
            </a:r>
            <a:r>
              <a:rPr lang="zh-CN" altLang="en-US" sz="1400" b="1" dirty="0">
                <a:solidFill>
                  <a:schemeClr val="tx1"/>
                </a:solidFill>
                <a:latin typeface="微软雅黑" panose="020B0503020204020204" charset="-122"/>
                <a:ea typeface="微软雅黑" panose="020B0503020204020204" charset="-122"/>
                <a:sym typeface="+mn-ea"/>
              </a:rPr>
              <a:t>结合历史序列预测下一周期</a:t>
            </a:r>
            <a:r>
              <a:rPr lang="en-US" altLang="zh-CN" sz="1400" b="1" dirty="0">
                <a:solidFill>
                  <a:schemeClr val="tx1"/>
                </a:solidFill>
                <a:latin typeface="微软雅黑" panose="020B0503020204020204" charset="-122"/>
                <a:ea typeface="微软雅黑" panose="020B0503020204020204" charset="-122"/>
                <a:sym typeface="+mn-ea"/>
              </a:rPr>
              <a:t>QoE</a:t>
            </a:r>
            <a:r>
              <a:rPr lang="en-US" altLang="zh-CN" sz="1400" dirty="0">
                <a:solidFill>
                  <a:schemeClr val="tx1"/>
                </a:solidFill>
                <a:latin typeface="微软雅黑" panose="020B0503020204020204" charset="-122"/>
                <a:ea typeface="微软雅黑" panose="020B0503020204020204" charset="-122"/>
                <a:sym typeface="+mn-ea"/>
              </a:rPr>
              <a:t>。</a:t>
            </a:r>
            <a:endParaRPr lang="en-US" altLang="zh-CN"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针对实际采集数据规模较小的问题，研究还使用了</a:t>
            </a:r>
            <a:r>
              <a:rPr lang="zh-CN" altLang="en-US" sz="1400" b="1" dirty="0">
                <a:solidFill>
                  <a:schemeClr val="tx1"/>
                </a:solidFill>
                <a:latin typeface="微软雅黑" panose="020B0503020204020204" charset="-122"/>
                <a:ea typeface="微软雅黑" panose="020B0503020204020204" charset="-122"/>
                <a:sym typeface="+mn-ea"/>
              </a:rPr>
              <a:t>数据增强</a:t>
            </a:r>
            <a:r>
              <a:rPr lang="zh-CN" altLang="en-US" sz="1400" dirty="0">
                <a:solidFill>
                  <a:schemeClr val="tx1"/>
                </a:solidFill>
                <a:latin typeface="微软雅黑" panose="020B0503020204020204" charset="-122"/>
                <a:ea typeface="微软雅黑" panose="020B0503020204020204" charset="-122"/>
                <a:sym typeface="+mn-ea"/>
              </a:rPr>
              <a:t>方法扩展训练样本。</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创新与效果：</a:t>
            </a:r>
            <a:r>
              <a:rPr lang="zh-CN" altLang="en-US" sz="1400" dirty="0">
                <a:solidFill>
                  <a:schemeClr val="tx1"/>
                </a:solidFill>
                <a:latin typeface="微软雅黑" panose="020B0503020204020204" charset="-122"/>
                <a:ea typeface="微软雅黑" panose="020B0503020204020204" charset="-122"/>
                <a:sym typeface="+mn-ea"/>
              </a:rPr>
              <a:t>该研究将分析目标</a:t>
            </a:r>
            <a:r>
              <a:rPr lang="zh-CN" altLang="en-US" sz="1400" b="1" dirty="0">
                <a:solidFill>
                  <a:schemeClr val="tx1"/>
                </a:solidFill>
                <a:latin typeface="微软雅黑" panose="020B0503020204020204" charset="-122"/>
                <a:ea typeface="微软雅黑" panose="020B0503020204020204" charset="-122"/>
                <a:sym typeface="+mn-ea"/>
              </a:rPr>
              <a:t>从单一网络</a:t>
            </a:r>
            <a:r>
              <a:rPr lang="en-US" altLang="zh-CN" sz="1400" b="1" dirty="0">
                <a:solidFill>
                  <a:schemeClr val="tx1"/>
                </a:solidFill>
                <a:latin typeface="微软雅黑" panose="020B0503020204020204" charset="-122"/>
                <a:ea typeface="微软雅黑" panose="020B0503020204020204" charset="-122"/>
                <a:sym typeface="+mn-ea"/>
              </a:rPr>
              <a:t>KPI</a:t>
            </a:r>
            <a:r>
              <a:rPr lang="zh-CN" altLang="en-US" sz="1400" b="1" dirty="0">
                <a:solidFill>
                  <a:schemeClr val="tx1"/>
                </a:solidFill>
                <a:latin typeface="微软雅黑" panose="020B0503020204020204" charset="-122"/>
                <a:ea typeface="微软雅黑" panose="020B0503020204020204" charset="-122"/>
                <a:sym typeface="+mn-ea"/>
              </a:rPr>
              <a:t>提升到应用层用户体验预测</a:t>
            </a:r>
            <a:r>
              <a:rPr lang="zh-CN" altLang="en-US" sz="1400" dirty="0">
                <a:solidFill>
                  <a:schemeClr val="tx1"/>
                </a:solidFill>
                <a:latin typeface="微软雅黑" panose="020B0503020204020204" charset="-122"/>
                <a:ea typeface="微软雅黑" panose="020B0503020204020204" charset="-122"/>
                <a:sym typeface="+mn-ea"/>
              </a:rPr>
              <a:t>，并将模型部署在</a:t>
            </a:r>
            <a:r>
              <a:rPr lang="en-US" altLang="zh-CN" sz="1400" dirty="0">
                <a:solidFill>
                  <a:schemeClr val="tx1"/>
                </a:solidFill>
                <a:latin typeface="微软雅黑" panose="020B0503020204020204" charset="-122"/>
                <a:ea typeface="微软雅黑" panose="020B0503020204020204" charset="-122"/>
                <a:sym typeface="+mn-ea"/>
              </a:rPr>
              <a:t>RIC</a:t>
            </a:r>
            <a:r>
              <a:rPr lang="zh-CN" altLang="en-US" sz="1400" dirty="0">
                <a:solidFill>
                  <a:schemeClr val="tx1"/>
                </a:solidFill>
                <a:latin typeface="微软雅黑" panose="020B0503020204020204" charset="-122"/>
                <a:ea typeface="微软雅黑" panose="020B0503020204020204" charset="-122"/>
                <a:sym typeface="+mn-ea"/>
              </a:rPr>
              <a:t>辅助的真实硬件原型中。相较基线模型，</a:t>
            </a:r>
            <a:r>
              <a:rPr lang="en-US" altLang="zh-CN" sz="1400" dirty="0">
                <a:solidFill>
                  <a:schemeClr val="tx1"/>
                </a:solidFill>
                <a:latin typeface="微软雅黑" panose="020B0503020204020204" charset="-122"/>
                <a:ea typeface="微软雅黑" panose="020B0503020204020204" charset="-122"/>
                <a:sym typeface="+mn-ea"/>
              </a:rPr>
              <a:t>QoE</a:t>
            </a:r>
            <a:r>
              <a:rPr lang="zh-CN" altLang="en-US" sz="1400" dirty="0">
                <a:solidFill>
                  <a:schemeClr val="tx1"/>
                </a:solidFill>
                <a:latin typeface="微软雅黑" panose="020B0503020204020204" charset="-122"/>
                <a:ea typeface="微软雅黑" panose="020B0503020204020204" charset="-122"/>
                <a:sym typeface="+mn-ea"/>
              </a:rPr>
              <a:t>预测</a:t>
            </a:r>
            <a:r>
              <a:rPr lang="en-US" altLang="zh-CN" sz="1400" dirty="0">
                <a:solidFill>
                  <a:schemeClr val="tx1"/>
                </a:solidFill>
                <a:latin typeface="微软雅黑" panose="020B0503020204020204" charset="-122"/>
                <a:ea typeface="微软雅黑" panose="020B0503020204020204" charset="-122"/>
                <a:sym typeface="+mn-ea"/>
              </a:rPr>
              <a:t>MAE</a:t>
            </a:r>
            <a:r>
              <a:rPr lang="zh-CN" altLang="en-US" sz="1400" dirty="0">
                <a:solidFill>
                  <a:schemeClr val="tx1"/>
                </a:solidFill>
                <a:latin typeface="微软雅黑" panose="020B0503020204020204" charset="-122"/>
                <a:ea typeface="微软雅黑" panose="020B0503020204020204" charset="-122"/>
                <a:sym typeface="+mn-ea"/>
              </a:rPr>
              <a:t>降低约12.5%～44.0%。</a:t>
            </a:r>
            <a:endParaRPr lang="en-US" altLang="zh-CN"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成熟度：</a:t>
            </a:r>
            <a:r>
              <a:rPr lang="zh-CN" altLang="en-US" sz="1400" dirty="0">
                <a:solidFill>
                  <a:schemeClr val="tx1"/>
                </a:solidFill>
                <a:latin typeface="微软雅黑" panose="020B0503020204020204" charset="-122"/>
                <a:ea typeface="微软雅黑" panose="020B0503020204020204" charset="-122"/>
                <a:sym typeface="+mn-ea"/>
              </a:rPr>
              <a:t>已完成</a:t>
            </a:r>
            <a:r>
              <a:rPr lang="zh-CN" altLang="en-US" sz="1400" b="1" dirty="0">
                <a:solidFill>
                  <a:schemeClr val="tx1"/>
                </a:solidFill>
                <a:latin typeface="微软雅黑" panose="020B0503020204020204" charset="-122"/>
                <a:ea typeface="微软雅黑" panose="020B0503020204020204" charset="-122"/>
                <a:sym typeface="+mn-ea"/>
              </a:rPr>
              <a:t>真实终端和无线设备的实验室原型验证</a:t>
            </a:r>
            <a:r>
              <a:rPr lang="zh-CN" altLang="en-US" sz="1400" dirty="0">
                <a:solidFill>
                  <a:schemeClr val="tx1"/>
                </a:solidFill>
                <a:latin typeface="微软雅黑" panose="020B0503020204020204" charset="-122"/>
                <a:ea typeface="微软雅黑" panose="020B0503020204020204" charset="-122"/>
                <a:sym typeface="+mn-ea"/>
              </a:rPr>
              <a:t>，但未公开完整代码和数据。</a:t>
            </a:r>
            <a:endParaRPr lang="zh-CN" altLang="en-US" sz="1400" dirty="0">
              <a:solidFill>
                <a:schemeClr val="tx1"/>
              </a:solidFill>
              <a:latin typeface="微软雅黑" panose="020B0503020204020204" charset="-122"/>
              <a:ea typeface="微软雅黑" panose="020B0503020204020204" charset="-122"/>
              <a:sym typeface="+mn-ea"/>
            </a:endParaRPr>
          </a:p>
        </p:txBody>
      </p:sp>
      <p:sp>
        <p:nvSpPr>
          <p:cNvPr id="3" name="文本框 2"/>
          <p:cNvSpPr txBox="1"/>
          <p:nvPr/>
        </p:nvSpPr>
        <p:spPr>
          <a:xfrm>
            <a:off x="338455" y="6141085"/>
            <a:ext cx="11514455" cy="446405"/>
          </a:xfrm>
          <a:prstGeom prst="rect">
            <a:avLst/>
          </a:prstGeom>
          <a:noFill/>
        </p:spPr>
        <p:txBody>
          <a:bodyPr wrap="square" lIns="0" tIns="0" rIns="0" bIns="0" rtlCol="0">
            <a:noAutofit/>
          </a:bodyPr>
          <a:p>
            <a:pPr>
              <a:lnSpc>
                <a:spcPct val="80000"/>
              </a:lnSpc>
              <a:spcAft>
                <a:spcPts val="300"/>
              </a:spcAft>
            </a:pPr>
            <a:r>
              <a:rPr lang="en-US" altLang="zh-CN" sz="1000" dirty="0" smtClean="0">
                <a:solidFill>
                  <a:schemeClr val="tx1"/>
                </a:solidFill>
                <a:latin typeface="微软雅黑" panose="020B0503020204020204" charset="-122"/>
                <a:ea typeface="微软雅黑" panose="020B0503020204020204" charset="-122"/>
              </a:rPr>
              <a:t>[3] Y. Sun et al., “QoE Prediction in RIC-Assisted Wireless Real-Time Video Transmission System With Transformer,” IEEE Transactions on Vehicular Technology, vol. 74, no. 9, pp. 14910–14915, 2025.</a:t>
            </a:r>
            <a:endParaRPr lang="en-US" altLang="zh-CN" sz="1000" dirty="0" smtClean="0">
              <a:solidFill>
                <a:schemeClr val="tx1"/>
              </a:solidFill>
              <a:latin typeface="微软雅黑" panose="020B0503020204020204" charset="-122"/>
              <a:ea typeface="微软雅黑" panose="020B0503020204020204" charset="-122"/>
            </a:endParaRPr>
          </a:p>
          <a:p>
            <a:pPr>
              <a:lnSpc>
                <a:spcPct val="80000"/>
              </a:lnSpc>
              <a:spcAft>
                <a:spcPts val="300"/>
              </a:spcAft>
            </a:pPr>
            <a:r>
              <a:rPr lang="en-US" altLang="zh-CN" sz="1000" dirty="0" smtClean="0">
                <a:latin typeface="微软雅黑" panose="020B0503020204020204" charset="-122"/>
                <a:ea typeface="微软雅黑" panose="020B0503020204020204" charset="-122"/>
                <a:sym typeface="+mn-ea"/>
              </a:rPr>
              <a:t>[4] W. Zia, P.-H. Kuo and H. Hu, “Playback Stall Expectation Reporting,” Apple Inc., Patent US12621840B2, 2026.</a:t>
            </a:r>
            <a:endParaRPr lang="en-US" altLang="zh-CN" sz="1000" dirty="0" smtClean="0">
              <a:solidFill>
                <a:schemeClr val="tx1"/>
              </a:solidFill>
              <a:latin typeface="微软雅黑" panose="020B0503020204020204" charset="-122"/>
              <a:ea typeface="微软雅黑" panose="020B0503020204020204" charset="-122"/>
            </a:endParaRPr>
          </a:p>
        </p:txBody>
      </p:sp>
      <p:sp>
        <p:nvSpPr>
          <p:cNvPr id="2" name="文本框 1"/>
          <p:cNvSpPr txBox="1"/>
          <p:nvPr/>
        </p:nvSpPr>
        <p:spPr>
          <a:xfrm>
            <a:off x="6363335" y="951230"/>
            <a:ext cx="5582285" cy="5129530"/>
          </a:xfrm>
          <a:prstGeom prst="rect">
            <a:avLst/>
          </a:prstGeom>
          <a:noFill/>
          <a:ln>
            <a:noFill/>
          </a:ln>
        </p:spPr>
        <p:txBody>
          <a:bodyPr wrap="square" rtlCol="0" anchor="t">
            <a:noAutofit/>
          </a:bodyPr>
          <a:p>
            <a:pPr indent="0">
              <a:lnSpc>
                <a:spcPct val="130000"/>
              </a:lnSpc>
              <a:buFont typeface="Arial" panose="020B0604020202020204" pitchFamily="34" charset="0"/>
              <a:buNone/>
            </a:pPr>
            <a:r>
              <a:rPr lang="en-US" altLang="zh-CN" b="1" dirty="0">
                <a:solidFill>
                  <a:schemeClr val="tx1"/>
                </a:solidFill>
                <a:latin typeface="微软雅黑" panose="020B0503020204020204" charset="-122"/>
                <a:ea typeface="微软雅黑" panose="020B0503020204020204" charset="-122"/>
                <a:sym typeface="+mn-ea"/>
              </a:rPr>
              <a:t>2</a:t>
            </a:r>
            <a:r>
              <a:rPr lang="zh-CN" altLang="en-US" b="1" dirty="0">
                <a:solidFill>
                  <a:schemeClr val="tx1"/>
                </a:solidFill>
                <a:latin typeface="微软雅黑" panose="020B0503020204020204" charset="-122"/>
                <a:ea typeface="微软雅黑" panose="020B0503020204020204" charset="-122"/>
                <a:sym typeface="+mn-ea"/>
              </a:rPr>
              <a:t>. 苹果专利：播放卡顿预期上报</a:t>
            </a:r>
            <a:r>
              <a:rPr lang="zh-CN" altLang="en-US" b="1" baseline="30000" dirty="0">
                <a:solidFill>
                  <a:schemeClr val="tx1"/>
                </a:solidFill>
                <a:latin typeface="微软雅黑" panose="020B0503020204020204" charset="-122"/>
                <a:ea typeface="微软雅黑" panose="020B0503020204020204" charset="-122"/>
                <a:sym typeface="+mn-ea"/>
              </a:rPr>
              <a:t>[</a:t>
            </a:r>
            <a:r>
              <a:rPr lang="en-US" altLang="zh-CN" b="1" baseline="30000" dirty="0">
                <a:solidFill>
                  <a:schemeClr val="tx1"/>
                </a:solidFill>
                <a:latin typeface="微软雅黑" panose="020B0503020204020204" charset="-122"/>
                <a:ea typeface="微软雅黑" panose="020B0503020204020204" charset="-122"/>
                <a:sym typeface="+mn-ea"/>
              </a:rPr>
              <a:t>4</a:t>
            </a:r>
            <a:r>
              <a:rPr lang="zh-CN" altLang="en-US" b="1" baseline="30000" dirty="0">
                <a:solidFill>
                  <a:schemeClr val="tx1"/>
                </a:solidFill>
                <a:latin typeface="微软雅黑" panose="020B0503020204020204" charset="-122"/>
                <a:ea typeface="微软雅黑" panose="020B0503020204020204" charset="-122"/>
                <a:sym typeface="+mn-ea"/>
              </a:rPr>
              <a:t>]</a:t>
            </a:r>
            <a:endParaRPr lang="zh-CN" altLang="en-US" b="1" baseline="300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dirty="0">
                <a:solidFill>
                  <a:schemeClr val="tx1"/>
                </a:solidFill>
                <a:latin typeface="微软雅黑" panose="020B0503020204020204" charset="-122"/>
                <a:ea typeface="微软雅黑" panose="020B0503020204020204" charset="-122"/>
                <a:sym typeface="+mn-ea"/>
              </a:rPr>
              <a:t>视频应用能够根据播放缓冲区判断即将发生卡顿，但蜂窝网络通常只能看到无线侧指标，不知道某个用户的应用体验即将恶化，难以及时进行针对性资源调整。</a:t>
            </a:r>
            <a:endParaRPr lang="en-US" altLang="zh-CN"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研究方法：</a:t>
            </a:r>
            <a:endParaRPr lang="en-US" altLang="zh-CN"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应用根据缓冲区状态生成</a:t>
            </a:r>
            <a:r>
              <a:rPr lang="zh-CN" altLang="en-US" sz="1400" b="1" dirty="0">
                <a:solidFill>
                  <a:schemeClr val="tx1"/>
                </a:solidFill>
                <a:latin typeface="微软雅黑" panose="020B0503020204020204" charset="-122"/>
                <a:ea typeface="微软雅黑" panose="020B0503020204020204" charset="-122"/>
                <a:sym typeface="+mn-ea"/>
              </a:rPr>
              <a:t>播放卡顿预期事件</a:t>
            </a:r>
            <a:r>
              <a:rPr lang="zh-CN" altLang="en-US" sz="1400" dirty="0">
                <a:solidFill>
                  <a:schemeClr val="tx1"/>
                </a:solidFill>
                <a:latin typeface="微软雅黑" panose="020B0503020204020204" charset="-122"/>
                <a:ea typeface="微软雅黑" panose="020B0503020204020204" charset="-122"/>
                <a:sym typeface="+mn-ea"/>
              </a:rPr>
              <a:t>，其中可包含预计距离卡顿发生的时间、事件生成时间和当前缓冲水平；</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事件由应用层传递给终端基带，再通过应用层测量报告，以</a:t>
            </a:r>
            <a:r>
              <a:rPr lang="en-US" altLang="zh-CN" sz="1400" dirty="0">
                <a:solidFill>
                  <a:schemeClr val="tx1"/>
                </a:solidFill>
                <a:latin typeface="微软雅黑" panose="020B0503020204020204" charset="-122"/>
                <a:ea typeface="微软雅黑" panose="020B0503020204020204" charset="-122"/>
                <a:sym typeface="+mn-ea"/>
              </a:rPr>
              <a:t>RAN</a:t>
            </a:r>
            <a:r>
              <a:rPr lang="zh-CN" altLang="en-US" sz="1400" dirty="0">
                <a:solidFill>
                  <a:schemeClr val="tx1"/>
                </a:solidFill>
                <a:latin typeface="微软雅黑" panose="020B0503020204020204" charset="-122"/>
                <a:ea typeface="微软雅黑" panose="020B0503020204020204" charset="-122"/>
                <a:sym typeface="+mn-ea"/>
              </a:rPr>
              <a:t>可见</a:t>
            </a:r>
            <a:r>
              <a:rPr lang="en-US" altLang="zh-CN" sz="1400" dirty="0">
                <a:solidFill>
                  <a:schemeClr val="tx1"/>
                </a:solidFill>
                <a:latin typeface="微软雅黑" panose="020B0503020204020204" charset="-122"/>
                <a:ea typeface="微软雅黑" panose="020B0503020204020204" charset="-122"/>
                <a:sym typeface="+mn-ea"/>
              </a:rPr>
              <a:t>QoE</a:t>
            </a:r>
            <a:r>
              <a:rPr lang="zh-CN" altLang="en-US" sz="1400" dirty="0">
                <a:solidFill>
                  <a:schemeClr val="tx1"/>
                </a:solidFill>
                <a:latin typeface="微软雅黑" panose="020B0503020204020204" charset="-122"/>
                <a:ea typeface="微软雅黑" panose="020B0503020204020204" charset="-122"/>
                <a:sym typeface="+mn-ea"/>
              </a:rPr>
              <a:t>指标的形式上报给基站；</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b="1" dirty="0">
                <a:solidFill>
                  <a:schemeClr val="tx1"/>
                </a:solidFill>
                <a:latin typeface="微软雅黑" panose="020B0503020204020204" charset="-122"/>
                <a:ea typeface="微软雅黑" panose="020B0503020204020204" charset="-122"/>
                <a:sym typeface="+mn-ea"/>
              </a:rPr>
              <a:t>基站结合小区负载和资源情况，判断是否调整该</a:t>
            </a:r>
            <a:r>
              <a:rPr lang="en-US" altLang="zh-CN" sz="1400" b="1" dirty="0">
                <a:solidFill>
                  <a:schemeClr val="tx1"/>
                </a:solidFill>
                <a:latin typeface="微软雅黑" panose="020B0503020204020204" charset="-122"/>
                <a:ea typeface="微软雅黑" panose="020B0503020204020204" charset="-122"/>
                <a:sym typeface="+mn-ea"/>
              </a:rPr>
              <a:t>UE</a:t>
            </a:r>
            <a:r>
              <a:rPr lang="zh-CN" altLang="en-US" sz="1400" b="1" dirty="0">
                <a:solidFill>
                  <a:schemeClr val="tx1"/>
                </a:solidFill>
                <a:latin typeface="微软雅黑" panose="020B0503020204020204" charset="-122"/>
                <a:ea typeface="微软雅黑" panose="020B0503020204020204" charset="-122"/>
                <a:sym typeface="+mn-ea"/>
              </a:rPr>
              <a:t>的调度优先级或无线资源配置</a:t>
            </a:r>
            <a:r>
              <a:rPr lang="zh-CN" altLang="en-US" sz="1400" dirty="0">
                <a:solidFill>
                  <a:schemeClr val="tx1"/>
                </a:solidFill>
                <a:latin typeface="微软雅黑" panose="020B0503020204020204" charset="-122"/>
                <a:ea typeface="微软雅黑" panose="020B0503020204020204" charset="-122"/>
                <a:sym typeface="+mn-ea"/>
              </a:rPr>
              <a:t>，以尝试避免或减轻卡顿；但网络是否响应以及如何调整资源由实际网络实现决定，并不是收到上报后必须增加资源。</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创新与价值：</a:t>
            </a:r>
            <a:r>
              <a:rPr lang="zh-CN" altLang="en-US" sz="1400" dirty="0">
                <a:solidFill>
                  <a:schemeClr val="tx1"/>
                </a:solidFill>
                <a:latin typeface="微软雅黑" panose="020B0503020204020204" charset="-122"/>
                <a:ea typeface="微软雅黑" panose="020B0503020204020204" charset="-122"/>
                <a:sym typeface="+mn-ea"/>
              </a:rPr>
              <a:t>该专利打通了</a:t>
            </a:r>
            <a:r>
              <a:rPr lang="zh-CN" altLang="en-US" sz="1400" b="1" dirty="0">
                <a:solidFill>
                  <a:schemeClr val="tx1"/>
                </a:solidFill>
                <a:latin typeface="微软雅黑" panose="020B0503020204020204" charset="-122"/>
                <a:ea typeface="微软雅黑" panose="020B0503020204020204" charset="-122"/>
                <a:sym typeface="+mn-ea"/>
              </a:rPr>
              <a:t>应用层感知、终端基带上报和网络侧响应</a:t>
            </a:r>
            <a:r>
              <a:rPr lang="zh-CN" altLang="en-US" sz="1400" dirty="0">
                <a:solidFill>
                  <a:schemeClr val="tx1"/>
                </a:solidFill>
                <a:latin typeface="微软雅黑" panose="020B0503020204020204" charset="-122"/>
                <a:ea typeface="微软雅黑" panose="020B0503020204020204" charset="-122"/>
                <a:sym typeface="+mn-ea"/>
              </a:rPr>
              <a:t>之间的链路，使网络能够在卡顿发生前获得业务体验信息。这主要是一种跨层上报机制，与</a:t>
            </a:r>
            <a:r>
              <a:rPr lang="en-US" altLang="zh-CN" sz="1400" dirty="0">
                <a:solidFill>
                  <a:schemeClr val="tx1"/>
                </a:solidFill>
                <a:latin typeface="微软雅黑" panose="020B0503020204020204" charset="-122"/>
                <a:ea typeface="微软雅黑" panose="020B0503020204020204" charset="-122"/>
                <a:sym typeface="+mn-ea"/>
              </a:rPr>
              <a:t>QoE</a:t>
            </a:r>
            <a:r>
              <a:rPr lang="zh-CN" altLang="en-US" sz="1400" dirty="0">
                <a:solidFill>
                  <a:schemeClr val="tx1"/>
                </a:solidFill>
                <a:latin typeface="微软雅黑" panose="020B0503020204020204" charset="-122"/>
                <a:ea typeface="微软雅黑" panose="020B0503020204020204" charset="-122"/>
                <a:sym typeface="+mn-ea"/>
              </a:rPr>
              <a:t>预测模型结合，将预测结果转化为网络可使用的控制信息。</a:t>
            </a:r>
            <a:endParaRPr lang="en-US" altLang="zh-CN"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成熟度：</a:t>
            </a:r>
            <a:r>
              <a:rPr lang="zh-CN" altLang="en-US" sz="1400" dirty="0">
                <a:solidFill>
                  <a:schemeClr val="tx1"/>
                </a:solidFill>
                <a:latin typeface="微软雅黑" panose="020B0503020204020204" charset="-122"/>
                <a:ea typeface="微软雅黑" panose="020B0503020204020204" charset="-122"/>
                <a:sym typeface="+mn-ea"/>
              </a:rPr>
              <a:t>美国专利已于2026年授权且处于有效状态。</a:t>
            </a:r>
            <a:endParaRPr lang="zh-CN" altLang="en-US" sz="1400" dirty="0">
              <a:solidFill>
                <a:schemeClr val="tx1"/>
              </a:solidFill>
              <a:latin typeface="微软雅黑" panose="020B0503020204020204" charset="-122"/>
              <a:ea typeface="微软雅黑" panose="020B0503020204020204" charset="-122"/>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87" name=""/>
        <p:cNvGrpSpPr/>
        <p:nvPr/>
      </p:nvGrpSpPr>
      <p:grpSpPr>
        <a:xfrm>
          <a:off x="0" y="0"/>
          <a:ext cx="0" cy="0"/>
          <a:chOff x="0" y="0"/>
          <a:chExt cx="0" cy="0"/>
        </a:xfrm>
      </p:grpSpPr>
      <p:sp>
        <p:nvSpPr>
          <p:cNvPr id="88" name="标题 1"/>
          <p:cNvSpPr>
            <a:spLocks noGrp="1"/>
          </p:cNvSpPr>
          <p:nvPr>
            <p:ph type="title"/>
          </p:nvPr>
        </p:nvSpPr>
        <p:spPr>
          <a:xfrm>
            <a:off x="565150" y="339090"/>
            <a:ext cx="10309225" cy="612775"/>
          </a:xfrm>
        </p:spPr>
        <p:txBody>
          <a:bodyPr>
            <a:noAutofit/>
          </a:bodyPr>
          <a:lstStyle/>
          <a:p>
            <a:r>
              <a:rPr lang="zh-CN" altLang="en-US" sz="2800" b="1" dirty="0">
                <a:latin typeface="微软雅黑" panose="020B0503020204020204" charset="-122"/>
                <a:ea typeface="微软雅黑" panose="020B0503020204020204" charset="-122"/>
                <a:sym typeface="+mn-ea"/>
              </a:rPr>
              <a:t>方向二：</a:t>
            </a:r>
            <a:r>
              <a:rPr lang="en-US" altLang="zh-CN" sz="2800" b="1" dirty="0">
                <a:latin typeface="微软雅黑" panose="020B0503020204020204" charset="-122"/>
                <a:ea typeface="微软雅黑" panose="020B0503020204020204" charset="-122"/>
                <a:sym typeface="+mn-ea"/>
              </a:rPr>
              <a:t>AI</a:t>
            </a:r>
            <a:r>
              <a:rPr lang="zh-CN" altLang="en-US" sz="2800" b="1" dirty="0">
                <a:latin typeface="微软雅黑" panose="020B0503020204020204" charset="-122"/>
                <a:ea typeface="微软雅黑" panose="020B0503020204020204" charset="-122"/>
                <a:sym typeface="+mn-ea"/>
              </a:rPr>
              <a:t>分析通信测试结果与业务体验</a:t>
            </a:r>
            <a:endParaRPr lang="zh-CN" altLang="en-US" sz="2800" b="1" dirty="0">
              <a:latin typeface="微软雅黑" panose="020B0503020204020204" charset="-122"/>
              <a:ea typeface="微软雅黑" panose="020B0503020204020204" charset="-122"/>
              <a:sym typeface="+mn-ea"/>
            </a:endParaRPr>
          </a:p>
        </p:txBody>
      </p:sp>
      <p:sp>
        <p:nvSpPr>
          <p:cNvPr id="89" name="文本框 5"/>
          <p:cNvSpPr txBox="1"/>
          <p:nvPr/>
        </p:nvSpPr>
        <p:spPr>
          <a:xfrm>
            <a:off x="205105" y="951865"/>
            <a:ext cx="6200775" cy="5179060"/>
          </a:xfrm>
          <a:prstGeom prst="rect">
            <a:avLst/>
          </a:prstGeom>
          <a:noFill/>
          <a:ln>
            <a:noFill/>
          </a:ln>
        </p:spPr>
        <p:txBody>
          <a:bodyPr wrap="square" rtlCol="0" anchor="t">
            <a:noAutofit/>
          </a:bodyPr>
          <a:p>
            <a:pPr indent="0">
              <a:lnSpc>
                <a:spcPct val="130000"/>
              </a:lnSpc>
              <a:buFont typeface="Arial" panose="020B0604020202020204" pitchFamily="34" charset="0"/>
              <a:buNone/>
            </a:pPr>
            <a:r>
              <a:rPr lang="en-US" altLang="zh-CN" b="1" dirty="0">
                <a:solidFill>
                  <a:schemeClr val="tx1"/>
                </a:solidFill>
                <a:latin typeface="微软雅黑" panose="020B0503020204020204" charset="-122"/>
                <a:ea typeface="微软雅黑" panose="020B0503020204020204" charset="-122"/>
                <a:sym typeface="+mn-ea"/>
              </a:rPr>
              <a:t>3</a:t>
            </a:r>
            <a:r>
              <a:rPr lang="zh-CN" altLang="en-US" b="1" dirty="0">
                <a:solidFill>
                  <a:schemeClr val="tx1"/>
                </a:solidFill>
                <a:latin typeface="微软雅黑" panose="020B0503020204020204" charset="-122"/>
                <a:ea typeface="微软雅黑" panose="020B0503020204020204" charset="-122"/>
                <a:sym typeface="+mn-ea"/>
              </a:rPr>
              <a:t>. </a:t>
            </a:r>
            <a:r>
              <a:rPr lang="en-US" altLang="zh-CN" b="1" dirty="0">
                <a:solidFill>
                  <a:schemeClr val="tx1"/>
                </a:solidFill>
                <a:latin typeface="微软雅黑" panose="020B0503020204020204" charset="-122"/>
                <a:ea typeface="微软雅黑" panose="020B0503020204020204" charset="-122"/>
                <a:sym typeface="+mn-ea"/>
              </a:rPr>
              <a:t>RANGAN：</a:t>
            </a:r>
            <a:r>
              <a:rPr lang="zh-CN" altLang="en-US" b="1" dirty="0">
                <a:solidFill>
                  <a:schemeClr val="tx1"/>
                </a:solidFill>
                <a:latin typeface="微软雅黑" panose="020B0503020204020204" charset="-122"/>
                <a:ea typeface="微软雅黑" panose="020B0503020204020204" charset="-122"/>
                <a:sym typeface="+mn-ea"/>
              </a:rPr>
              <a:t>基于</a:t>
            </a:r>
            <a:r>
              <a:rPr lang="en-US" altLang="zh-CN" b="1" dirty="0">
                <a:solidFill>
                  <a:schemeClr val="tx1"/>
                </a:solidFill>
                <a:latin typeface="微软雅黑" panose="020B0503020204020204" charset="-122"/>
                <a:ea typeface="微软雅黑" panose="020B0503020204020204" charset="-122"/>
                <a:sym typeface="+mn-ea"/>
              </a:rPr>
              <a:t>GAN</a:t>
            </a:r>
            <a:r>
              <a:rPr lang="zh-CN" altLang="en-US" b="1" dirty="0">
                <a:solidFill>
                  <a:schemeClr val="tx1"/>
                </a:solidFill>
                <a:latin typeface="微软雅黑" panose="020B0503020204020204" charset="-122"/>
                <a:ea typeface="微软雅黑" panose="020B0503020204020204" charset="-122"/>
                <a:sym typeface="+mn-ea"/>
              </a:rPr>
              <a:t>的5</a:t>
            </a:r>
            <a:r>
              <a:rPr lang="en-US" altLang="zh-CN" b="1" dirty="0">
                <a:solidFill>
                  <a:schemeClr val="tx1"/>
                </a:solidFill>
                <a:latin typeface="微软雅黑" panose="020B0503020204020204" charset="-122"/>
                <a:ea typeface="微软雅黑" panose="020B0503020204020204" charset="-122"/>
                <a:sym typeface="+mn-ea"/>
              </a:rPr>
              <a:t>G</a:t>
            </a:r>
            <a:r>
              <a:rPr lang="zh-CN" altLang="en-US" b="1" dirty="0">
                <a:solidFill>
                  <a:schemeClr val="tx1"/>
                </a:solidFill>
                <a:latin typeface="微软雅黑" panose="020B0503020204020204" charset="-122"/>
                <a:ea typeface="微软雅黑" panose="020B0503020204020204" charset="-122"/>
                <a:sym typeface="+mn-ea"/>
              </a:rPr>
              <a:t>云</a:t>
            </a:r>
            <a:r>
              <a:rPr lang="en-US" altLang="zh-CN" b="1" dirty="0">
                <a:solidFill>
                  <a:schemeClr val="tx1"/>
                </a:solidFill>
                <a:latin typeface="微软雅黑" panose="020B0503020204020204" charset="-122"/>
                <a:ea typeface="微软雅黑" panose="020B0503020204020204" charset="-122"/>
                <a:sym typeface="+mn-ea"/>
              </a:rPr>
              <a:t>RAN</a:t>
            </a:r>
            <a:r>
              <a:rPr lang="zh-CN" altLang="en-US" b="1" dirty="0">
                <a:solidFill>
                  <a:schemeClr val="tx1"/>
                </a:solidFill>
                <a:latin typeface="微软雅黑" panose="020B0503020204020204" charset="-122"/>
                <a:ea typeface="微软雅黑" panose="020B0503020204020204" charset="-122"/>
                <a:sym typeface="+mn-ea"/>
              </a:rPr>
              <a:t>异常检测</a:t>
            </a:r>
            <a:r>
              <a:rPr lang="zh-CN" altLang="en-US" b="1" baseline="30000" dirty="0">
                <a:solidFill>
                  <a:schemeClr val="tx1"/>
                </a:solidFill>
                <a:latin typeface="微软雅黑" panose="020B0503020204020204" charset="-122"/>
                <a:ea typeface="微软雅黑" panose="020B0503020204020204" charset="-122"/>
                <a:sym typeface="+mn-ea"/>
              </a:rPr>
              <a:t>[</a:t>
            </a:r>
            <a:r>
              <a:rPr lang="en-US" altLang="zh-CN" b="1" baseline="30000" dirty="0">
                <a:solidFill>
                  <a:schemeClr val="tx1"/>
                </a:solidFill>
                <a:latin typeface="微软雅黑" panose="020B0503020204020204" charset="-122"/>
                <a:ea typeface="微软雅黑" panose="020B0503020204020204" charset="-122"/>
                <a:sym typeface="+mn-ea"/>
              </a:rPr>
              <a:t>5</a:t>
            </a:r>
            <a:r>
              <a:rPr lang="zh-CN" altLang="en-US" b="1" baseline="30000" dirty="0">
                <a:solidFill>
                  <a:schemeClr val="tx1"/>
                </a:solidFill>
                <a:latin typeface="微软雅黑" panose="020B0503020204020204" charset="-122"/>
                <a:ea typeface="微软雅黑" panose="020B0503020204020204" charset="-122"/>
                <a:sym typeface="+mn-ea"/>
              </a:rPr>
              <a:t>]</a:t>
            </a:r>
            <a:endParaRPr lang="zh-CN" altLang="en-US" b="1"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en-US" altLang="zh-CN" sz="1400" dirty="0">
                <a:solidFill>
                  <a:schemeClr val="tx1"/>
                </a:solidFill>
                <a:latin typeface="微软雅黑" panose="020B0503020204020204" charset="-122"/>
                <a:ea typeface="微软雅黑" panose="020B0503020204020204" charset="-122"/>
                <a:sym typeface="+mn-ea"/>
              </a:rPr>
              <a:t>5G</a:t>
            </a:r>
            <a:r>
              <a:rPr lang="zh-CN" altLang="en-US" sz="1400" dirty="0">
                <a:solidFill>
                  <a:schemeClr val="tx1"/>
                </a:solidFill>
                <a:latin typeface="微软雅黑" panose="020B0503020204020204" charset="-122"/>
                <a:ea typeface="微软雅黑" panose="020B0503020204020204" charset="-122"/>
                <a:sym typeface="+mn-ea"/>
              </a:rPr>
              <a:t>云</a:t>
            </a:r>
            <a:r>
              <a:rPr lang="en-US" altLang="zh-CN" sz="1400" dirty="0">
                <a:solidFill>
                  <a:schemeClr val="tx1"/>
                </a:solidFill>
                <a:latin typeface="微软雅黑" panose="020B0503020204020204" charset="-122"/>
                <a:ea typeface="微软雅黑" panose="020B0503020204020204" charset="-122"/>
                <a:sym typeface="+mn-ea"/>
              </a:rPr>
              <a:t>RAN</a:t>
            </a:r>
            <a:r>
              <a:rPr lang="zh-CN" altLang="en-US" sz="1400" dirty="0">
                <a:solidFill>
                  <a:schemeClr val="tx1"/>
                </a:solidFill>
                <a:latin typeface="微软雅黑" panose="020B0503020204020204" charset="-122"/>
                <a:ea typeface="微软雅黑" panose="020B0503020204020204" charset="-122"/>
                <a:sym typeface="+mn-ea"/>
              </a:rPr>
              <a:t>持续产生大量</a:t>
            </a:r>
            <a:r>
              <a:rPr lang="en-US" altLang="zh-CN" sz="1400" dirty="0">
                <a:solidFill>
                  <a:schemeClr val="tx1"/>
                </a:solidFill>
                <a:latin typeface="微软雅黑" panose="020B0503020204020204" charset="-122"/>
                <a:ea typeface="微软雅黑" panose="020B0503020204020204" charset="-122"/>
                <a:sym typeface="+mn-ea"/>
              </a:rPr>
              <a:t>KPI，</a:t>
            </a:r>
            <a:r>
              <a:rPr lang="zh-CN" altLang="en-US" sz="1400" dirty="0">
                <a:solidFill>
                  <a:schemeClr val="tx1"/>
                </a:solidFill>
                <a:latin typeface="微软雅黑" panose="020B0503020204020204" charset="-122"/>
                <a:ea typeface="微软雅黑" panose="020B0503020204020204" charset="-122"/>
                <a:sym typeface="+mn-ea"/>
              </a:rPr>
              <a:t>异常往往表现为一段时间内多个指标的联合变化。固定阈值难以区分正常波动与资源争用，同时真实网络的故障标签通常较少。</a:t>
            </a:r>
            <a:endParaRPr lang="en-US" altLang="zh-CN"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研究方法：</a:t>
            </a:r>
            <a:endParaRPr lang="en-US" altLang="zh-CN" sz="1400" b="1"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使用公开数据集，其中包含5个</a:t>
            </a:r>
            <a:r>
              <a:rPr lang="en-US" altLang="zh-CN" sz="1400" dirty="0">
                <a:solidFill>
                  <a:schemeClr val="tx1"/>
                </a:solidFill>
                <a:latin typeface="微软雅黑" panose="020B0503020204020204" charset="-122"/>
                <a:ea typeface="微软雅黑" panose="020B0503020204020204" charset="-122"/>
                <a:sym typeface="+mn-ea"/>
              </a:rPr>
              <a:t>UE</a:t>
            </a:r>
            <a:r>
              <a:rPr lang="zh-CN" altLang="en-US" sz="1400" dirty="0">
                <a:solidFill>
                  <a:schemeClr val="tx1"/>
                </a:solidFill>
                <a:latin typeface="微软雅黑" panose="020B0503020204020204" charset="-122"/>
                <a:ea typeface="微软雅黑" panose="020B0503020204020204" charset="-122"/>
                <a:sym typeface="+mn-ea"/>
              </a:rPr>
              <a:t>产生的不同业务流量，以及前传链路利用率、</a:t>
            </a:r>
            <a:r>
              <a:rPr lang="en-US" altLang="zh-CN" sz="1400" dirty="0">
                <a:solidFill>
                  <a:schemeClr val="tx1"/>
                </a:solidFill>
                <a:latin typeface="微软雅黑" panose="020B0503020204020204" charset="-122"/>
                <a:ea typeface="微软雅黑" panose="020B0503020204020204" charset="-122"/>
                <a:sym typeface="+mn-ea"/>
              </a:rPr>
              <a:t>CPU</a:t>
            </a:r>
            <a:r>
              <a:rPr lang="zh-CN" altLang="en-US" sz="1400" dirty="0">
                <a:solidFill>
                  <a:schemeClr val="tx1"/>
                </a:solidFill>
                <a:latin typeface="微软雅黑" panose="020B0503020204020204" charset="-122"/>
                <a:ea typeface="微软雅黑" panose="020B0503020204020204" charset="-122"/>
                <a:sym typeface="+mn-ea"/>
              </a:rPr>
              <a:t>线程调度等</a:t>
            </a:r>
            <a:r>
              <a:rPr lang="en-US" altLang="zh-CN" sz="1400" dirty="0">
                <a:solidFill>
                  <a:schemeClr val="tx1"/>
                </a:solidFill>
                <a:latin typeface="微软雅黑" panose="020B0503020204020204" charset="-122"/>
                <a:ea typeface="微软雅黑" panose="020B0503020204020204" charset="-122"/>
                <a:sym typeface="+mn-ea"/>
              </a:rPr>
              <a:t>RAN KPI</a:t>
            </a:r>
            <a:r>
              <a:rPr lang="zh-CN" altLang="en-US" sz="1400" dirty="0">
                <a:solidFill>
                  <a:schemeClr val="tx1"/>
                </a:solidFill>
                <a:latin typeface="微软雅黑" panose="020B0503020204020204" charset="-122"/>
                <a:ea typeface="微软雅黑" panose="020B0503020204020204" charset="-122"/>
                <a:sym typeface="+mn-ea"/>
              </a:rPr>
              <a:t>；</a:t>
            </a:r>
            <a:endParaRPr lang="en-US" altLang="zh-CN"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使用</a:t>
            </a:r>
            <a:r>
              <a:rPr lang="zh-CN" altLang="en-US" sz="1400" b="1" dirty="0">
                <a:solidFill>
                  <a:schemeClr val="tx1"/>
                </a:solidFill>
                <a:latin typeface="微软雅黑" panose="020B0503020204020204" charset="-122"/>
                <a:ea typeface="微软雅黑" panose="020B0503020204020204" charset="-122"/>
                <a:sym typeface="+mn-ea"/>
              </a:rPr>
              <a:t>滑动窗口将连续</a:t>
            </a:r>
            <a:r>
              <a:rPr lang="en-US" altLang="zh-CN" sz="1400" b="1" dirty="0">
                <a:solidFill>
                  <a:schemeClr val="tx1"/>
                </a:solidFill>
                <a:latin typeface="微软雅黑" panose="020B0503020204020204" charset="-122"/>
                <a:ea typeface="微软雅黑" panose="020B0503020204020204" charset="-122"/>
                <a:sym typeface="+mn-ea"/>
              </a:rPr>
              <a:t>KPI</a:t>
            </a:r>
            <a:r>
              <a:rPr lang="zh-CN" altLang="en-US" sz="1400" b="1" dirty="0">
                <a:solidFill>
                  <a:schemeClr val="tx1"/>
                </a:solidFill>
                <a:latin typeface="微软雅黑" panose="020B0503020204020204" charset="-122"/>
                <a:ea typeface="微软雅黑" panose="020B0503020204020204" charset="-122"/>
                <a:sym typeface="+mn-ea"/>
              </a:rPr>
              <a:t>切分为重叠时序片段</a:t>
            </a:r>
            <a:r>
              <a:rPr lang="zh-CN" altLang="en-US" sz="1400" dirty="0">
                <a:solidFill>
                  <a:schemeClr val="tx1"/>
                </a:solidFill>
                <a:latin typeface="微软雅黑" panose="020B0503020204020204" charset="-122"/>
                <a:ea typeface="微软雅黑" panose="020B0503020204020204" charset="-122"/>
                <a:sym typeface="+mn-ea"/>
              </a:rPr>
              <a:t>，在保留异常演化过程的同时增加可用于训练的样本数量；</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en-US" altLang="zh-CN" sz="1400" b="1" dirty="0">
                <a:solidFill>
                  <a:schemeClr val="tx1"/>
                </a:solidFill>
                <a:latin typeface="微软雅黑" panose="020B0503020204020204" charset="-122"/>
                <a:ea typeface="微软雅黑" panose="020B0503020204020204" charset="-122"/>
                <a:sym typeface="+mn-ea"/>
              </a:rPr>
              <a:t>GAN</a:t>
            </a:r>
            <a:r>
              <a:rPr lang="zh-CN" altLang="en-US" sz="1400" b="1" dirty="0">
                <a:solidFill>
                  <a:schemeClr val="tx1"/>
                </a:solidFill>
                <a:latin typeface="微软雅黑" panose="020B0503020204020204" charset="-122"/>
                <a:ea typeface="微软雅黑" panose="020B0503020204020204" charset="-122"/>
                <a:sym typeface="+mn-ea"/>
              </a:rPr>
              <a:t>通过对抗训练学习正常数据分布</a:t>
            </a:r>
            <a:r>
              <a:rPr lang="zh-CN" altLang="en-US" sz="1400" dirty="0">
                <a:solidFill>
                  <a:schemeClr val="tx1"/>
                </a:solidFill>
                <a:latin typeface="微软雅黑" panose="020B0503020204020204" charset="-122"/>
                <a:ea typeface="微软雅黑" panose="020B0503020204020204" charset="-122"/>
                <a:sym typeface="+mn-ea"/>
              </a:rPr>
              <a:t>，并在生成器和判别器中加入</a:t>
            </a:r>
            <a:r>
              <a:rPr lang="en-US" altLang="zh-CN" sz="1400" b="1" dirty="0">
                <a:solidFill>
                  <a:schemeClr val="tx1"/>
                </a:solidFill>
                <a:latin typeface="微软雅黑" panose="020B0503020204020204" charset="-122"/>
                <a:ea typeface="微软雅黑" panose="020B0503020204020204" charset="-122"/>
                <a:sym typeface="+mn-ea"/>
              </a:rPr>
              <a:t>Transformer</a:t>
            </a:r>
            <a:r>
              <a:rPr lang="zh-CN" altLang="en-US" sz="1400" b="1" dirty="0">
                <a:solidFill>
                  <a:schemeClr val="tx1"/>
                </a:solidFill>
                <a:latin typeface="微软雅黑" panose="020B0503020204020204" charset="-122"/>
                <a:ea typeface="微软雅黑" panose="020B0503020204020204" charset="-122"/>
                <a:sym typeface="+mn-ea"/>
              </a:rPr>
              <a:t>模块，捕捉不同时间点之间的依赖关系</a:t>
            </a:r>
            <a:r>
              <a:rPr lang="zh-CN" altLang="en-US" sz="1400" dirty="0">
                <a:solidFill>
                  <a:schemeClr val="tx1"/>
                </a:solidFill>
                <a:latin typeface="微软雅黑" panose="020B0503020204020204" charset="-122"/>
                <a:ea typeface="微软雅黑" panose="020B0503020204020204" charset="-122"/>
                <a:sym typeface="+mn-ea"/>
              </a:rPr>
              <a:t>。</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当实际</a:t>
            </a:r>
            <a:r>
              <a:rPr lang="en-US" altLang="zh-CN" sz="1400" dirty="0">
                <a:solidFill>
                  <a:schemeClr val="tx1"/>
                </a:solidFill>
                <a:latin typeface="微软雅黑" panose="020B0503020204020204" charset="-122"/>
                <a:ea typeface="微软雅黑" panose="020B0503020204020204" charset="-122"/>
                <a:sym typeface="+mn-ea"/>
              </a:rPr>
              <a:t>KPI</a:t>
            </a:r>
            <a:r>
              <a:rPr lang="zh-CN" altLang="en-US" sz="1400" dirty="0">
                <a:solidFill>
                  <a:schemeClr val="tx1"/>
                </a:solidFill>
                <a:latin typeface="微软雅黑" panose="020B0503020204020204" charset="-122"/>
                <a:ea typeface="微软雅黑" panose="020B0503020204020204" charset="-122"/>
                <a:sym typeface="+mn-ea"/>
              </a:rPr>
              <a:t>序列明显偏离正常分布时，模型将其识别为网络资源争用异常。</a:t>
            </a:r>
            <a:endParaRPr lang="en-US" altLang="zh-CN"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创新与效果：</a:t>
            </a:r>
            <a:r>
              <a:rPr lang="zh-CN" altLang="en-US" sz="1400" dirty="0">
                <a:solidFill>
                  <a:schemeClr val="tx1"/>
                </a:solidFill>
                <a:latin typeface="微软雅黑" panose="020B0503020204020204" charset="-122"/>
                <a:ea typeface="微软雅黑" panose="020B0503020204020204" charset="-122"/>
                <a:sym typeface="+mn-ea"/>
              </a:rPr>
              <a:t>该方法</a:t>
            </a:r>
            <a:r>
              <a:rPr lang="zh-CN" altLang="en-US" sz="1400" b="1" dirty="0">
                <a:solidFill>
                  <a:schemeClr val="tx1"/>
                </a:solidFill>
                <a:latin typeface="微软雅黑" panose="020B0503020204020204" charset="-122"/>
                <a:ea typeface="微软雅黑" panose="020B0503020204020204" charset="-122"/>
                <a:sym typeface="+mn-ea"/>
              </a:rPr>
              <a:t>将无监督分布学习与时序注意力机制结合</a:t>
            </a:r>
            <a:r>
              <a:rPr lang="zh-CN" altLang="en-US" sz="1400" dirty="0">
                <a:solidFill>
                  <a:schemeClr val="tx1"/>
                </a:solidFill>
                <a:latin typeface="微软雅黑" panose="020B0503020204020204" charset="-122"/>
                <a:ea typeface="微软雅黑" panose="020B0503020204020204" charset="-122"/>
                <a:sym typeface="+mn-ea"/>
              </a:rPr>
              <a:t>，不依赖大量人工故障标签。实验表明，</a:t>
            </a:r>
            <a:r>
              <a:rPr lang="en-US" altLang="zh-CN" sz="1400" dirty="0">
                <a:solidFill>
                  <a:schemeClr val="tx1"/>
                </a:solidFill>
                <a:latin typeface="微软雅黑" panose="020B0503020204020204" charset="-122"/>
                <a:ea typeface="微软雅黑" panose="020B0503020204020204" charset="-122"/>
                <a:sym typeface="+mn-ea"/>
              </a:rPr>
              <a:t>RANGAN</a:t>
            </a:r>
            <a:r>
              <a:rPr lang="zh-CN" altLang="en-US" sz="1400" dirty="0">
                <a:solidFill>
                  <a:schemeClr val="tx1"/>
                </a:solidFill>
                <a:latin typeface="微软雅黑" panose="020B0503020204020204" charset="-122"/>
                <a:ea typeface="微软雅黑" panose="020B0503020204020204" charset="-122"/>
                <a:sym typeface="+mn-ea"/>
              </a:rPr>
              <a:t>在资源竞争异常检测上取得了较好的效果，在论文测试范围内，较长的滑动窗口具有更好的检测效果，说明</a:t>
            </a:r>
            <a:r>
              <a:rPr lang="zh-CN" altLang="en-US" sz="1400" b="1" dirty="0">
                <a:solidFill>
                  <a:schemeClr val="tx1"/>
                </a:solidFill>
                <a:latin typeface="微软雅黑" panose="020B0503020204020204" charset="-122"/>
                <a:ea typeface="微软雅黑" panose="020B0503020204020204" charset="-122"/>
                <a:sym typeface="+mn-ea"/>
              </a:rPr>
              <a:t>异常判断需要利用足够的时间上下文</a:t>
            </a:r>
            <a:r>
              <a:rPr lang="zh-CN" altLang="en-US" sz="1400" dirty="0">
                <a:solidFill>
                  <a:schemeClr val="tx1"/>
                </a:solidFill>
                <a:latin typeface="微软雅黑" panose="020B0503020204020204" charset="-122"/>
                <a:ea typeface="微软雅黑" panose="020B0503020204020204" charset="-122"/>
                <a:sym typeface="+mn-ea"/>
              </a:rPr>
              <a:t>。</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成熟度：</a:t>
            </a:r>
            <a:r>
              <a:rPr lang="zh-CN" altLang="en-US" sz="1400" dirty="0">
                <a:solidFill>
                  <a:schemeClr val="tx1"/>
                </a:solidFill>
                <a:latin typeface="微软雅黑" panose="020B0503020204020204" charset="-122"/>
                <a:ea typeface="微软雅黑" panose="020B0503020204020204" charset="-122"/>
                <a:sym typeface="+mn-ea"/>
              </a:rPr>
              <a:t>实验使用模拟5个</a:t>
            </a:r>
            <a:r>
              <a:rPr lang="en-US" altLang="zh-CN" sz="1400" dirty="0">
                <a:solidFill>
                  <a:schemeClr val="tx1"/>
                </a:solidFill>
                <a:latin typeface="微软雅黑" panose="020B0503020204020204" charset="-122"/>
                <a:ea typeface="微软雅黑" panose="020B0503020204020204" charset="-122"/>
                <a:sym typeface="+mn-ea"/>
              </a:rPr>
              <a:t>UE</a:t>
            </a:r>
            <a:r>
              <a:rPr lang="zh-CN" altLang="en-US" sz="1400" dirty="0">
                <a:solidFill>
                  <a:schemeClr val="tx1"/>
                </a:solidFill>
                <a:latin typeface="微软雅黑" panose="020B0503020204020204" charset="-122"/>
                <a:ea typeface="微软雅黑" panose="020B0503020204020204" charset="-122"/>
                <a:sym typeface="+mn-ea"/>
              </a:rPr>
              <a:t>的数据，</a:t>
            </a:r>
            <a:r>
              <a:rPr lang="zh-CN" altLang="en-US" sz="1400" b="1" dirty="0">
                <a:solidFill>
                  <a:schemeClr val="tx1"/>
                </a:solidFill>
                <a:latin typeface="微软雅黑" panose="020B0503020204020204" charset="-122"/>
                <a:ea typeface="微软雅黑" panose="020B0503020204020204" charset="-122"/>
                <a:sym typeface="+mn-ea"/>
              </a:rPr>
              <a:t>尚未在真实商用</a:t>
            </a:r>
            <a:r>
              <a:rPr lang="en-US" altLang="zh-CN" sz="1400" b="1" dirty="0">
                <a:solidFill>
                  <a:schemeClr val="tx1"/>
                </a:solidFill>
                <a:latin typeface="微软雅黑" panose="020B0503020204020204" charset="-122"/>
                <a:ea typeface="微软雅黑" panose="020B0503020204020204" charset="-122"/>
                <a:sym typeface="+mn-ea"/>
              </a:rPr>
              <a:t>RAN</a:t>
            </a:r>
            <a:r>
              <a:rPr lang="zh-CN" altLang="en-US" sz="1400" b="1" dirty="0">
                <a:solidFill>
                  <a:schemeClr val="tx1"/>
                </a:solidFill>
                <a:latin typeface="微软雅黑" panose="020B0503020204020204" charset="-122"/>
                <a:ea typeface="微软雅黑" panose="020B0503020204020204" charset="-122"/>
                <a:sym typeface="+mn-ea"/>
              </a:rPr>
              <a:t>中验证</a:t>
            </a:r>
            <a:r>
              <a:rPr lang="zh-CN" altLang="en-US" sz="1400" dirty="0">
                <a:solidFill>
                  <a:schemeClr val="tx1"/>
                </a:solidFill>
                <a:latin typeface="微软雅黑" panose="020B0503020204020204" charset="-122"/>
                <a:ea typeface="微软雅黑" panose="020B0503020204020204" charset="-122"/>
                <a:sym typeface="+mn-ea"/>
              </a:rPr>
              <a:t>，主要适合证明方法可行性。</a:t>
            </a:r>
            <a:endParaRPr lang="zh-CN" altLang="en-US" sz="1400" dirty="0">
              <a:solidFill>
                <a:schemeClr val="tx1"/>
              </a:solidFill>
              <a:latin typeface="微软雅黑" panose="020B0503020204020204" charset="-122"/>
              <a:ea typeface="微软雅黑" panose="020B0503020204020204" charset="-122"/>
              <a:sym typeface="+mn-ea"/>
            </a:endParaRPr>
          </a:p>
        </p:txBody>
      </p:sp>
      <p:sp>
        <p:nvSpPr>
          <p:cNvPr id="3" name="文本框 2"/>
          <p:cNvSpPr txBox="1"/>
          <p:nvPr/>
        </p:nvSpPr>
        <p:spPr>
          <a:xfrm>
            <a:off x="338455" y="6169660"/>
            <a:ext cx="11514455" cy="353695"/>
          </a:xfrm>
          <a:prstGeom prst="rect">
            <a:avLst/>
          </a:prstGeom>
          <a:noFill/>
        </p:spPr>
        <p:txBody>
          <a:bodyPr wrap="square" lIns="0" tIns="0" rIns="0" bIns="0" rtlCol="0">
            <a:noAutofit/>
          </a:bodyPr>
          <a:p>
            <a:pPr>
              <a:spcAft>
                <a:spcPts val="300"/>
              </a:spcAft>
            </a:pPr>
            <a:r>
              <a:rPr lang="en-US" altLang="zh-CN" sz="1000" dirty="0" smtClean="0">
                <a:solidFill>
                  <a:schemeClr val="tx1"/>
                </a:solidFill>
                <a:latin typeface="微软雅黑" panose="020B0503020204020204" charset="-122"/>
                <a:ea typeface="微软雅黑" panose="020B0503020204020204" charset="-122"/>
              </a:rPr>
              <a:t>[5] D. Liao et al., “RANGAN: GAN-Empowered Anomaly Detection in 5G Cloud RAN,” 2025 IEEE Conference on Standards for Communications and Networking, 2025.</a:t>
            </a:r>
            <a:endParaRPr lang="en-US" altLang="zh-CN" sz="1000" dirty="0" smtClean="0">
              <a:solidFill>
                <a:schemeClr val="tx1"/>
              </a:solidFill>
              <a:latin typeface="微软雅黑" panose="020B0503020204020204" charset="-122"/>
              <a:ea typeface="微软雅黑" panose="020B0503020204020204" charset="-122"/>
            </a:endParaRPr>
          </a:p>
          <a:p>
            <a:pPr>
              <a:spcAft>
                <a:spcPts val="300"/>
              </a:spcAft>
            </a:pPr>
            <a:r>
              <a:rPr lang="en-US" altLang="zh-CN" sz="1000" dirty="0" smtClean="0">
                <a:solidFill>
                  <a:schemeClr val="tx1"/>
                </a:solidFill>
                <a:latin typeface="微软雅黑" panose="020B0503020204020204" charset="-122"/>
                <a:ea typeface="微软雅黑" panose="020B0503020204020204" charset="-122"/>
              </a:rPr>
              <a:t>[6] Huawei Technologies Co., Ltd., “Network Management Method and Device,” Patent Application CN119728456A, 2025.</a:t>
            </a:r>
            <a:endParaRPr lang="en-US" altLang="zh-CN" sz="1000" dirty="0" smtClean="0">
              <a:solidFill>
                <a:schemeClr val="tx1"/>
              </a:solidFill>
              <a:latin typeface="微软雅黑" panose="020B0503020204020204" charset="-122"/>
              <a:ea typeface="微软雅黑" panose="020B0503020204020204" charset="-122"/>
            </a:endParaRPr>
          </a:p>
        </p:txBody>
      </p:sp>
      <p:sp>
        <p:nvSpPr>
          <p:cNvPr id="2" name="文本框 1"/>
          <p:cNvSpPr txBox="1"/>
          <p:nvPr/>
        </p:nvSpPr>
        <p:spPr>
          <a:xfrm>
            <a:off x="6485890" y="951865"/>
            <a:ext cx="5165090" cy="5128895"/>
          </a:xfrm>
          <a:prstGeom prst="rect">
            <a:avLst/>
          </a:prstGeom>
          <a:noFill/>
          <a:ln>
            <a:noFill/>
          </a:ln>
        </p:spPr>
        <p:txBody>
          <a:bodyPr wrap="square" rtlCol="0" anchor="t">
            <a:noAutofit/>
          </a:bodyPr>
          <a:p>
            <a:pPr indent="0">
              <a:lnSpc>
                <a:spcPct val="130000"/>
              </a:lnSpc>
              <a:buFont typeface="Arial" panose="020B0604020202020204" pitchFamily="34" charset="0"/>
              <a:buNone/>
            </a:pPr>
            <a:r>
              <a:rPr lang="en-US" altLang="zh-CN" b="1" dirty="0">
                <a:solidFill>
                  <a:schemeClr val="tx1"/>
                </a:solidFill>
                <a:latin typeface="微软雅黑" panose="020B0503020204020204" charset="-122"/>
                <a:ea typeface="微软雅黑" panose="020B0503020204020204" charset="-122"/>
                <a:sym typeface="+mn-ea"/>
              </a:rPr>
              <a:t>4</a:t>
            </a:r>
            <a:r>
              <a:rPr lang="zh-CN" altLang="en-US" b="1" dirty="0">
                <a:solidFill>
                  <a:schemeClr val="tx1"/>
                </a:solidFill>
                <a:latin typeface="微软雅黑" panose="020B0503020204020204" charset="-122"/>
                <a:ea typeface="微软雅黑" panose="020B0503020204020204" charset="-122"/>
                <a:sym typeface="+mn-ea"/>
              </a:rPr>
              <a:t>. 华为专利：基于预测质量的网络管理</a:t>
            </a:r>
            <a:r>
              <a:rPr lang="zh-CN" altLang="en-US" b="1" baseline="30000" dirty="0">
                <a:solidFill>
                  <a:schemeClr val="tx1"/>
                </a:solidFill>
                <a:latin typeface="微软雅黑" panose="020B0503020204020204" charset="-122"/>
                <a:ea typeface="微软雅黑" panose="020B0503020204020204" charset="-122"/>
                <a:sym typeface="+mn-ea"/>
              </a:rPr>
              <a:t>[</a:t>
            </a:r>
            <a:r>
              <a:rPr lang="en-US" altLang="zh-CN" b="1" baseline="30000" dirty="0">
                <a:solidFill>
                  <a:schemeClr val="tx1"/>
                </a:solidFill>
                <a:latin typeface="微软雅黑" panose="020B0503020204020204" charset="-122"/>
                <a:ea typeface="微软雅黑" panose="020B0503020204020204" charset="-122"/>
                <a:sym typeface="+mn-ea"/>
              </a:rPr>
              <a:t>6</a:t>
            </a:r>
            <a:r>
              <a:rPr lang="zh-CN" altLang="en-US" b="1" baseline="30000" dirty="0">
                <a:solidFill>
                  <a:schemeClr val="tx1"/>
                </a:solidFill>
                <a:latin typeface="微软雅黑" panose="020B0503020204020204" charset="-122"/>
                <a:ea typeface="微软雅黑" panose="020B0503020204020204" charset="-122"/>
                <a:sym typeface="+mn-ea"/>
              </a:rPr>
              <a:t>]</a:t>
            </a:r>
            <a:endParaRPr lang="zh-CN" altLang="en-US" b="1"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en-US" altLang="zh-CN" sz="1400" dirty="0">
                <a:solidFill>
                  <a:schemeClr val="tx1"/>
                </a:solidFill>
                <a:latin typeface="微软雅黑" panose="020B0503020204020204" charset="-122"/>
                <a:ea typeface="微软雅黑" panose="020B0503020204020204" charset="-122"/>
                <a:sym typeface="+mn-ea"/>
              </a:rPr>
              <a:t>AI</a:t>
            </a:r>
            <a:r>
              <a:rPr lang="zh-CN" altLang="en-US" sz="1400" dirty="0">
                <a:solidFill>
                  <a:schemeClr val="tx1"/>
                </a:solidFill>
                <a:latin typeface="微软雅黑" panose="020B0503020204020204" charset="-122"/>
                <a:ea typeface="微软雅黑" panose="020B0503020204020204" charset="-122"/>
                <a:sym typeface="+mn-ea"/>
              </a:rPr>
              <a:t>模型可能因场景变化、训练数据不足或运行环境不同而产生错误预测。如果网络直接依据不可靠的预测执行资源调整、负载均衡或移动性控制，反而可能降低网络性能。</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研究方法：</a:t>
            </a:r>
            <a:endParaRPr lang="en-US" altLang="zh-CN"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预测节点使用一个或多个候选模型处理当前测量信息，每个模型同时输出</a:t>
            </a:r>
            <a:r>
              <a:rPr lang="zh-CN" altLang="en-US" sz="1400" b="1" dirty="0">
                <a:solidFill>
                  <a:schemeClr val="tx1"/>
                </a:solidFill>
                <a:latin typeface="微软雅黑" panose="020B0503020204020204" charset="-122"/>
                <a:ea typeface="微软雅黑" panose="020B0503020204020204" charset="-122"/>
                <a:sym typeface="+mn-ea"/>
              </a:rPr>
              <a:t>预测结果和质量指标</a:t>
            </a:r>
            <a:r>
              <a:rPr lang="zh-CN" altLang="en-US" sz="1400" dirty="0">
                <a:solidFill>
                  <a:schemeClr val="tx1"/>
                </a:solidFill>
                <a:latin typeface="微软雅黑" panose="020B0503020204020204" charset="-122"/>
                <a:ea typeface="微软雅黑" panose="020B0503020204020204" charset="-122"/>
                <a:sym typeface="+mn-ea"/>
              </a:rPr>
              <a:t>；</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质量指标可根据预设测试集、历史预测质量、历史预测信息，或者模型属性与当前运行环境确定；</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预测节点将各模型的预测结果及质量指标发送给执行节点；</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b="1" dirty="0">
                <a:solidFill>
                  <a:schemeClr val="tx1"/>
                </a:solidFill>
                <a:latin typeface="微软雅黑" panose="020B0503020204020204" charset="-122"/>
                <a:ea typeface="微软雅黑" panose="020B0503020204020204" charset="-122"/>
                <a:sym typeface="+mn-ea"/>
              </a:rPr>
              <a:t>执行节点筛选质量满足要求的预测结果，只依据通过质量检查的结果执行网络管理操作</a:t>
            </a:r>
            <a:r>
              <a:rPr lang="zh-CN" altLang="en-US" sz="1400" dirty="0">
                <a:solidFill>
                  <a:schemeClr val="tx1"/>
                </a:solidFill>
                <a:latin typeface="微软雅黑" panose="020B0503020204020204" charset="-122"/>
                <a:ea typeface="微软雅黑" panose="020B0503020204020204" charset="-122"/>
                <a:sym typeface="+mn-ea"/>
              </a:rPr>
              <a:t>。</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创新与价值：</a:t>
            </a:r>
            <a:r>
              <a:rPr lang="zh-CN" altLang="en-US" sz="1400" dirty="0">
                <a:solidFill>
                  <a:schemeClr val="tx1"/>
                </a:solidFill>
                <a:latin typeface="微软雅黑" panose="020B0503020204020204" charset="-122"/>
                <a:ea typeface="微软雅黑" panose="020B0503020204020204" charset="-122"/>
                <a:sym typeface="+mn-ea"/>
              </a:rPr>
              <a:t>该专利在模型预测和网络执行之间增加了独立的</a:t>
            </a:r>
            <a:r>
              <a:rPr lang="zh-CN" altLang="en-US" sz="1400" b="1" dirty="0">
                <a:solidFill>
                  <a:schemeClr val="tx1"/>
                </a:solidFill>
                <a:latin typeface="微软雅黑" panose="020B0503020204020204" charset="-122"/>
                <a:ea typeface="微软雅黑" panose="020B0503020204020204" charset="-122"/>
                <a:sym typeface="+mn-ea"/>
              </a:rPr>
              <a:t>预测质量评估层</a:t>
            </a:r>
            <a:r>
              <a:rPr lang="zh-CN" altLang="en-US" sz="1400" dirty="0">
                <a:solidFill>
                  <a:schemeClr val="tx1"/>
                </a:solidFill>
                <a:latin typeface="微软雅黑" panose="020B0503020204020204" charset="-122"/>
                <a:ea typeface="微软雅黑" panose="020B0503020204020204" charset="-122"/>
                <a:sym typeface="+mn-ea"/>
              </a:rPr>
              <a:t>。网络不再默认所有</a:t>
            </a:r>
            <a:r>
              <a:rPr lang="en-US" altLang="zh-CN" sz="1400" dirty="0">
                <a:solidFill>
                  <a:schemeClr val="tx1"/>
                </a:solidFill>
                <a:latin typeface="微软雅黑" panose="020B0503020204020204" charset="-122"/>
                <a:ea typeface="微软雅黑" panose="020B0503020204020204" charset="-122"/>
                <a:sym typeface="+mn-ea"/>
              </a:rPr>
              <a:t>AI</a:t>
            </a:r>
            <a:r>
              <a:rPr lang="zh-CN" altLang="en-US" sz="1400" dirty="0">
                <a:solidFill>
                  <a:schemeClr val="tx1"/>
                </a:solidFill>
                <a:latin typeface="微软雅黑" panose="020B0503020204020204" charset="-122"/>
                <a:ea typeface="微软雅黑" panose="020B0503020204020204" charset="-122"/>
                <a:sym typeface="+mn-ea"/>
              </a:rPr>
              <a:t>结果都可靠，而是先判断预测结果是否达到当前管理场景的质量要求，再决定是否使用。</a:t>
            </a:r>
            <a:endParaRPr lang="zh-CN" altLang="en-US" sz="1400" b="1"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成熟度：</a:t>
            </a:r>
            <a:r>
              <a:rPr lang="zh-CN" altLang="en-US" sz="1400" dirty="0">
                <a:solidFill>
                  <a:schemeClr val="tx1"/>
                </a:solidFill>
                <a:latin typeface="微软雅黑" panose="020B0503020204020204" charset="-122"/>
                <a:ea typeface="微软雅黑" panose="020B0503020204020204" charset="-122"/>
                <a:sym typeface="+mn-ea"/>
              </a:rPr>
              <a:t>目前为申请中的中国专利，没有定量实验、开源代码和产品部署证明。</a:t>
            </a:r>
            <a:endParaRPr lang="zh-CN" altLang="en-US" sz="1400" dirty="0">
              <a:solidFill>
                <a:schemeClr val="tx1"/>
              </a:solidFill>
              <a:latin typeface="微软雅黑" panose="020B0503020204020204" charset="-122"/>
              <a:ea typeface="微软雅黑" panose="020B0503020204020204" charset="-122"/>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87" name=""/>
        <p:cNvGrpSpPr/>
        <p:nvPr/>
      </p:nvGrpSpPr>
      <p:grpSpPr>
        <a:xfrm>
          <a:off x="0" y="0"/>
          <a:ext cx="0" cy="0"/>
          <a:chOff x="0" y="0"/>
          <a:chExt cx="0" cy="0"/>
        </a:xfrm>
      </p:grpSpPr>
      <p:sp>
        <p:nvSpPr>
          <p:cNvPr id="88" name="标题 1"/>
          <p:cNvSpPr>
            <a:spLocks noGrp="1"/>
          </p:cNvSpPr>
          <p:nvPr>
            <p:ph type="title"/>
          </p:nvPr>
        </p:nvSpPr>
        <p:spPr>
          <a:xfrm>
            <a:off x="565150" y="339090"/>
            <a:ext cx="10309225" cy="612775"/>
          </a:xfrm>
        </p:spPr>
        <p:txBody>
          <a:bodyPr>
            <a:noAutofit/>
          </a:bodyPr>
          <a:lstStyle/>
          <a:p>
            <a:r>
              <a:rPr lang="zh-CN" altLang="en-US" sz="2800" b="1" dirty="0">
                <a:latin typeface="微软雅黑" panose="020B0503020204020204" charset="-122"/>
                <a:ea typeface="微软雅黑" panose="020B0503020204020204" charset="-122"/>
                <a:sym typeface="+mn-ea"/>
              </a:rPr>
              <a:t>方向三：测试结果驱动网络优化</a:t>
            </a:r>
            <a:endParaRPr lang="zh-CN" altLang="en-US" sz="2800" b="1" dirty="0">
              <a:latin typeface="微软雅黑" panose="020B0503020204020204" charset="-122"/>
              <a:ea typeface="微软雅黑" panose="020B0503020204020204" charset="-122"/>
              <a:sym typeface="+mn-ea"/>
            </a:endParaRPr>
          </a:p>
        </p:txBody>
      </p:sp>
      <p:sp>
        <p:nvSpPr>
          <p:cNvPr id="89" name="文本框 5"/>
          <p:cNvSpPr txBox="1"/>
          <p:nvPr/>
        </p:nvSpPr>
        <p:spPr>
          <a:xfrm>
            <a:off x="400685" y="1002665"/>
            <a:ext cx="11226165" cy="5125085"/>
          </a:xfrm>
          <a:prstGeom prst="rect">
            <a:avLst/>
          </a:prstGeom>
          <a:noFill/>
          <a:ln>
            <a:noFill/>
          </a:ln>
        </p:spPr>
        <p:txBody>
          <a:bodyPr wrap="square" rtlCol="0" anchor="t">
            <a:noAutofit/>
          </a:bodyPr>
          <a:p>
            <a:pPr indent="0">
              <a:lnSpc>
                <a:spcPct val="170000"/>
              </a:lnSpc>
              <a:buFont typeface="Arial" panose="020B0604020202020204" pitchFamily="34" charset="0"/>
              <a:buNone/>
            </a:pPr>
            <a:r>
              <a:rPr lang="en-US" altLang="zh-CN" b="1" dirty="0">
                <a:solidFill>
                  <a:schemeClr val="tx1"/>
                </a:solidFill>
                <a:latin typeface="微软雅黑" panose="020B0503020204020204" charset="-122"/>
                <a:ea typeface="微软雅黑" panose="020B0503020204020204" charset="-122"/>
                <a:sym typeface="+mn-ea"/>
              </a:rPr>
              <a:t>1</a:t>
            </a:r>
            <a:r>
              <a:rPr lang="zh-CN" altLang="en-US" b="1" dirty="0">
                <a:solidFill>
                  <a:schemeClr val="tx1"/>
                </a:solidFill>
                <a:latin typeface="微软雅黑" panose="020B0503020204020204" charset="-122"/>
                <a:ea typeface="微软雅黑" panose="020B0503020204020204" charset="-122"/>
                <a:sym typeface="+mn-ea"/>
              </a:rPr>
              <a:t>. </a:t>
            </a:r>
            <a:r>
              <a:rPr lang="en-US" altLang="zh-CN" b="1" dirty="0">
                <a:solidFill>
                  <a:schemeClr val="tx1"/>
                </a:solidFill>
                <a:latin typeface="微软雅黑" panose="020B0503020204020204" charset="-122"/>
                <a:ea typeface="微软雅黑" panose="020B0503020204020204" charset="-122"/>
                <a:sym typeface="+mn-ea"/>
              </a:rPr>
              <a:t>xSlice：</a:t>
            </a:r>
            <a:r>
              <a:rPr lang="zh-CN" altLang="en-US" b="1" dirty="0">
                <a:solidFill>
                  <a:schemeClr val="tx1"/>
                </a:solidFill>
                <a:latin typeface="微软雅黑" panose="020B0503020204020204" charset="-122"/>
                <a:ea typeface="微软雅黑" panose="020B0503020204020204" charset="-122"/>
                <a:sym typeface="+mn-ea"/>
              </a:rPr>
              <a:t>基于实时</a:t>
            </a:r>
            <a:r>
              <a:rPr lang="en-US" altLang="zh-CN" b="1" dirty="0">
                <a:solidFill>
                  <a:schemeClr val="tx1"/>
                </a:solidFill>
                <a:latin typeface="微软雅黑" panose="020B0503020204020204" charset="-122"/>
                <a:ea typeface="微软雅黑" panose="020B0503020204020204" charset="-122"/>
                <a:sym typeface="+mn-ea"/>
              </a:rPr>
              <a:t>KPI</a:t>
            </a:r>
            <a:r>
              <a:rPr lang="zh-CN" altLang="en-US" b="1" dirty="0">
                <a:solidFill>
                  <a:schemeClr val="tx1"/>
                </a:solidFill>
                <a:latin typeface="微软雅黑" panose="020B0503020204020204" charset="-122"/>
                <a:ea typeface="微软雅黑" panose="020B0503020204020204" charset="-122"/>
                <a:sym typeface="+mn-ea"/>
              </a:rPr>
              <a:t>的无线资源切片</a:t>
            </a:r>
            <a:r>
              <a:rPr lang="zh-CN" altLang="en-US" b="1" baseline="30000" dirty="0">
                <a:solidFill>
                  <a:schemeClr val="tx1"/>
                </a:solidFill>
                <a:latin typeface="微软雅黑" panose="020B0503020204020204" charset="-122"/>
                <a:ea typeface="微软雅黑" panose="020B0503020204020204" charset="-122"/>
                <a:sym typeface="+mn-ea"/>
              </a:rPr>
              <a:t>[</a:t>
            </a:r>
            <a:r>
              <a:rPr lang="en-US" altLang="zh-CN" b="1" baseline="30000" dirty="0">
                <a:solidFill>
                  <a:schemeClr val="tx1"/>
                </a:solidFill>
                <a:latin typeface="微软雅黑" panose="020B0503020204020204" charset="-122"/>
                <a:ea typeface="微软雅黑" panose="020B0503020204020204" charset="-122"/>
                <a:sym typeface="+mn-ea"/>
              </a:rPr>
              <a:t>7</a:t>
            </a:r>
            <a:r>
              <a:rPr lang="zh-CN" altLang="en-US" b="1" baseline="30000" dirty="0">
                <a:solidFill>
                  <a:schemeClr val="tx1"/>
                </a:solidFill>
                <a:latin typeface="微软雅黑" panose="020B0503020204020204" charset="-122"/>
                <a:ea typeface="微软雅黑" panose="020B0503020204020204" charset="-122"/>
                <a:sym typeface="+mn-ea"/>
              </a:rPr>
              <a:t>]</a:t>
            </a:r>
            <a:endParaRPr lang="zh-CN" altLang="en-US" b="1" baseline="30000" dirty="0">
              <a:solidFill>
                <a:schemeClr val="tx1"/>
              </a:solidFill>
              <a:latin typeface="微软雅黑" panose="020B0503020204020204" charset="-122"/>
              <a:ea typeface="微软雅黑" panose="020B0503020204020204" charset="-122"/>
              <a:sym typeface="+mn-ea"/>
            </a:endParaRPr>
          </a:p>
          <a:p>
            <a:pPr indent="0">
              <a:lnSpc>
                <a:spcPct val="170000"/>
              </a:lnSpc>
              <a:buFont typeface="Arial" panose="020B0604020202020204" pitchFamily="34" charset="0"/>
              <a:buNone/>
            </a:pPr>
            <a:r>
              <a:rPr lang="zh-CN" altLang="en-US" sz="1400" dirty="0">
                <a:solidFill>
                  <a:schemeClr val="tx1"/>
                </a:solidFill>
                <a:latin typeface="微软雅黑" panose="020B0503020204020204" charset="-122"/>
                <a:ea typeface="微软雅黑" panose="020B0503020204020204" charset="-122"/>
                <a:sym typeface="+mn-ea"/>
              </a:rPr>
              <a:t>不同业务对吞吐量、时延和可靠性的要求不同，而用户数量、无线信道和业务负载又在持续变化，固定的</a:t>
            </a:r>
            <a:r>
              <a:rPr lang="en-US" altLang="zh-CN" sz="1400" dirty="0">
                <a:solidFill>
                  <a:schemeClr val="tx1"/>
                </a:solidFill>
                <a:latin typeface="微软雅黑" panose="020B0503020204020204" charset="-122"/>
                <a:ea typeface="微软雅黑" panose="020B0503020204020204" charset="-122"/>
                <a:sym typeface="+mn-ea"/>
              </a:rPr>
              <a:t>PRB</a:t>
            </a:r>
            <a:r>
              <a:rPr lang="zh-CN" altLang="en-US" sz="1400" dirty="0">
                <a:solidFill>
                  <a:schemeClr val="tx1"/>
                </a:solidFill>
                <a:latin typeface="微软雅黑" panose="020B0503020204020204" charset="-122"/>
                <a:ea typeface="微软雅黑" panose="020B0503020204020204" charset="-122"/>
                <a:sym typeface="+mn-ea"/>
              </a:rPr>
              <a:t>分配策略难以及时满足动态</a:t>
            </a:r>
            <a:r>
              <a:rPr lang="en-US" altLang="zh-CN" sz="1400" dirty="0">
                <a:solidFill>
                  <a:schemeClr val="tx1"/>
                </a:solidFill>
                <a:latin typeface="微软雅黑" panose="020B0503020204020204" charset="-122"/>
                <a:ea typeface="微软雅黑" panose="020B0503020204020204" charset="-122"/>
                <a:sym typeface="+mn-ea"/>
              </a:rPr>
              <a:t>QoS</a:t>
            </a:r>
            <a:r>
              <a:rPr lang="zh-CN" altLang="en-US" sz="1400" dirty="0">
                <a:solidFill>
                  <a:schemeClr val="tx1"/>
                </a:solidFill>
                <a:latin typeface="微软雅黑" panose="020B0503020204020204" charset="-122"/>
                <a:ea typeface="微软雅黑" panose="020B0503020204020204" charset="-122"/>
                <a:sym typeface="+mn-ea"/>
              </a:rPr>
              <a:t>需求。</a:t>
            </a:r>
            <a:endParaRPr lang="en-US" altLang="zh-CN" sz="1400" dirty="0">
              <a:solidFill>
                <a:schemeClr val="tx1"/>
              </a:solidFill>
              <a:latin typeface="微软雅黑" panose="020B0503020204020204" charset="-122"/>
              <a:ea typeface="微软雅黑" panose="020B0503020204020204" charset="-122"/>
              <a:sym typeface="+mn-ea"/>
            </a:endParaRPr>
          </a:p>
          <a:p>
            <a:pPr indent="0">
              <a:lnSpc>
                <a:spcPct val="17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研究方法：</a:t>
            </a:r>
            <a:endParaRPr lang="en-US" altLang="zh-CN" sz="1400" dirty="0">
              <a:solidFill>
                <a:schemeClr val="tx1"/>
              </a:solidFill>
              <a:latin typeface="微软雅黑" panose="020B0503020204020204" charset="-122"/>
              <a:ea typeface="微软雅黑" panose="020B0503020204020204" charset="-122"/>
              <a:sym typeface="+mn-ea"/>
            </a:endParaRPr>
          </a:p>
          <a:p>
            <a:pPr marL="285750" indent="-285750">
              <a:lnSpc>
                <a:spcPct val="17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将</a:t>
            </a:r>
            <a:r>
              <a:rPr lang="en-US" altLang="zh-CN" sz="1400" dirty="0">
                <a:solidFill>
                  <a:schemeClr val="tx1"/>
                </a:solidFill>
                <a:latin typeface="微软雅黑" panose="020B0503020204020204" charset="-122"/>
                <a:ea typeface="微软雅黑" panose="020B0503020204020204" charset="-122"/>
                <a:sym typeface="+mn-ea"/>
              </a:rPr>
              <a:t>xSlice</a:t>
            </a:r>
            <a:r>
              <a:rPr lang="zh-CN" altLang="en-US" sz="1400" dirty="0">
                <a:solidFill>
                  <a:schemeClr val="tx1"/>
                </a:solidFill>
                <a:latin typeface="微软雅黑" panose="020B0503020204020204" charset="-122"/>
                <a:ea typeface="微软雅黑" panose="020B0503020204020204" charset="-122"/>
                <a:sym typeface="+mn-ea"/>
              </a:rPr>
              <a:t>作为</a:t>
            </a:r>
            <a:r>
              <a:rPr lang="en-US" altLang="zh-CN" sz="1400" dirty="0">
                <a:solidFill>
                  <a:schemeClr val="tx1"/>
                </a:solidFill>
                <a:latin typeface="微软雅黑" panose="020B0503020204020204" charset="-122"/>
                <a:ea typeface="微软雅黑" panose="020B0503020204020204" charset="-122"/>
                <a:sym typeface="+mn-ea"/>
              </a:rPr>
              <a:t>xApp</a:t>
            </a:r>
            <a:r>
              <a:rPr lang="zh-CN" altLang="en-US" sz="1400" dirty="0">
                <a:solidFill>
                  <a:schemeClr val="tx1"/>
                </a:solidFill>
                <a:latin typeface="微软雅黑" panose="020B0503020204020204" charset="-122"/>
                <a:ea typeface="微软雅黑" panose="020B0503020204020204" charset="-122"/>
                <a:sym typeface="+mn-ea"/>
              </a:rPr>
              <a:t>部署在</a:t>
            </a:r>
            <a:r>
              <a:rPr lang="en-US" altLang="zh-CN" sz="1400" dirty="0">
                <a:solidFill>
                  <a:schemeClr val="tx1"/>
                </a:solidFill>
                <a:latin typeface="微软雅黑" panose="020B0503020204020204" charset="-122"/>
                <a:ea typeface="微软雅黑" panose="020B0503020204020204" charset="-122"/>
                <a:sym typeface="+mn-ea"/>
              </a:rPr>
              <a:t>Near-RT RIC，</a:t>
            </a:r>
            <a:r>
              <a:rPr lang="zh-CN" altLang="en-US" sz="1400" dirty="0">
                <a:solidFill>
                  <a:schemeClr val="tx1"/>
                </a:solidFill>
                <a:latin typeface="微软雅黑" panose="020B0503020204020204" charset="-122"/>
                <a:ea typeface="微软雅黑" panose="020B0503020204020204" charset="-122"/>
                <a:sym typeface="+mn-ea"/>
              </a:rPr>
              <a:t>通过</a:t>
            </a:r>
            <a:r>
              <a:rPr lang="en-US" altLang="zh-CN" sz="1400" dirty="0">
                <a:solidFill>
                  <a:schemeClr val="tx1"/>
                </a:solidFill>
                <a:latin typeface="微软雅黑" panose="020B0503020204020204" charset="-122"/>
                <a:ea typeface="微软雅黑" panose="020B0503020204020204" charset="-122"/>
                <a:sym typeface="+mn-ea"/>
              </a:rPr>
              <a:t>E2</a:t>
            </a:r>
            <a:r>
              <a:rPr lang="zh-CN" altLang="en-US" sz="1400" dirty="0">
                <a:solidFill>
                  <a:schemeClr val="tx1"/>
                </a:solidFill>
                <a:latin typeface="微软雅黑" panose="020B0503020204020204" charset="-122"/>
                <a:ea typeface="微软雅黑" panose="020B0503020204020204" charset="-122"/>
                <a:sym typeface="+mn-ea"/>
              </a:rPr>
              <a:t>接口获取实时</a:t>
            </a:r>
            <a:r>
              <a:rPr lang="en-US" altLang="zh-CN" sz="1400" dirty="0">
                <a:solidFill>
                  <a:schemeClr val="tx1"/>
                </a:solidFill>
                <a:latin typeface="微软雅黑" panose="020B0503020204020204" charset="-122"/>
                <a:ea typeface="微软雅黑" panose="020B0503020204020204" charset="-122"/>
                <a:sym typeface="+mn-ea"/>
              </a:rPr>
              <a:t>RAN KPI，</a:t>
            </a:r>
            <a:r>
              <a:rPr lang="zh-CN" altLang="en-US" sz="1400" dirty="0">
                <a:solidFill>
                  <a:schemeClr val="tx1"/>
                </a:solidFill>
                <a:latin typeface="微软雅黑" panose="020B0503020204020204" charset="-122"/>
                <a:ea typeface="微软雅黑" panose="020B0503020204020204" charset="-122"/>
                <a:sym typeface="+mn-ea"/>
              </a:rPr>
              <a:t>并动态调整不同切片的</a:t>
            </a:r>
            <a:r>
              <a:rPr lang="en-US" altLang="zh-CN" sz="1400" dirty="0">
                <a:solidFill>
                  <a:schemeClr val="tx1"/>
                </a:solidFill>
                <a:latin typeface="微软雅黑" panose="020B0503020204020204" charset="-122"/>
                <a:ea typeface="微软雅黑" panose="020B0503020204020204" charset="-122"/>
                <a:sym typeface="+mn-ea"/>
              </a:rPr>
              <a:t>MAC</a:t>
            </a:r>
            <a:r>
              <a:rPr lang="zh-CN" altLang="en-US" sz="1400" dirty="0">
                <a:solidFill>
                  <a:schemeClr val="tx1"/>
                </a:solidFill>
                <a:latin typeface="微软雅黑" panose="020B0503020204020204" charset="-122"/>
                <a:ea typeface="微软雅黑" panose="020B0503020204020204" charset="-122"/>
                <a:sym typeface="+mn-ea"/>
              </a:rPr>
              <a:t>层</a:t>
            </a:r>
            <a:r>
              <a:rPr lang="en-US" altLang="zh-CN" sz="1400" dirty="0">
                <a:solidFill>
                  <a:schemeClr val="tx1"/>
                </a:solidFill>
                <a:latin typeface="微软雅黑" panose="020B0503020204020204" charset="-122"/>
                <a:ea typeface="微软雅黑" panose="020B0503020204020204" charset="-122"/>
                <a:sym typeface="+mn-ea"/>
              </a:rPr>
              <a:t>PRB</a:t>
            </a:r>
            <a:r>
              <a:rPr lang="zh-CN" altLang="en-US" sz="1400" dirty="0">
                <a:solidFill>
                  <a:schemeClr val="tx1"/>
                </a:solidFill>
                <a:latin typeface="微软雅黑" panose="020B0503020204020204" charset="-122"/>
                <a:ea typeface="微软雅黑" panose="020B0503020204020204" charset="-122"/>
                <a:sym typeface="+mn-ea"/>
              </a:rPr>
              <a:t>资源。</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7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定义加权的</a:t>
            </a:r>
            <a:r>
              <a:rPr lang="en-US" altLang="zh-CN" sz="1400" b="1" dirty="0">
                <a:solidFill>
                  <a:schemeClr val="tx1"/>
                </a:solidFill>
                <a:latin typeface="微软雅黑" panose="020B0503020204020204" charset="-122"/>
                <a:ea typeface="微软雅黑" panose="020B0503020204020204" charset="-122"/>
                <a:sym typeface="+mn-ea"/>
              </a:rPr>
              <a:t>Performance Regret</a:t>
            </a:r>
            <a:r>
              <a:rPr lang="en-US" altLang="zh-CN" sz="1400" dirty="0">
                <a:solidFill>
                  <a:schemeClr val="tx1"/>
                </a:solidFill>
                <a:latin typeface="微软雅黑" panose="020B0503020204020204" charset="-122"/>
                <a:ea typeface="微软雅黑" panose="020B0503020204020204" charset="-122"/>
                <a:sym typeface="+mn-ea"/>
              </a:rPr>
              <a:t>，</a:t>
            </a:r>
            <a:r>
              <a:rPr lang="zh-CN" altLang="en-US" sz="1400" dirty="0">
                <a:solidFill>
                  <a:schemeClr val="tx1"/>
                </a:solidFill>
                <a:latin typeface="微软雅黑" panose="020B0503020204020204" charset="-122"/>
                <a:ea typeface="微软雅黑" panose="020B0503020204020204" charset="-122"/>
                <a:sym typeface="+mn-ea"/>
              </a:rPr>
              <a:t>表示实际吞吐量、时延和</a:t>
            </a:r>
            <a:r>
              <a:rPr lang="en-US" altLang="zh-CN" sz="1400" dirty="0">
                <a:solidFill>
                  <a:schemeClr val="tx1"/>
                </a:solidFill>
                <a:latin typeface="微软雅黑" panose="020B0503020204020204" charset="-122"/>
                <a:ea typeface="微软雅黑" panose="020B0503020204020204" charset="-122"/>
                <a:sym typeface="+mn-ea"/>
              </a:rPr>
              <a:t>BLER</a:t>
            </a:r>
            <a:r>
              <a:rPr lang="zh-CN" altLang="en-US" sz="1400" dirty="0">
                <a:solidFill>
                  <a:schemeClr val="tx1"/>
                </a:solidFill>
                <a:latin typeface="微软雅黑" panose="020B0503020204020204" charset="-122"/>
                <a:ea typeface="微软雅黑" panose="020B0503020204020204" charset="-122"/>
                <a:sym typeface="+mn-ea"/>
              </a:rPr>
              <a:t>与各业务目标之间的差距。</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7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采用</a:t>
            </a:r>
            <a:r>
              <a:rPr lang="en-US" altLang="zh-CN" sz="1400" dirty="0">
                <a:solidFill>
                  <a:schemeClr val="tx1"/>
                </a:solidFill>
                <a:latin typeface="微软雅黑" panose="020B0503020204020204" charset="-122"/>
                <a:ea typeface="微软雅黑" panose="020B0503020204020204" charset="-122"/>
                <a:sym typeface="+mn-ea"/>
              </a:rPr>
              <a:t>Actor-Critic</a:t>
            </a:r>
            <a:r>
              <a:rPr lang="zh-CN" altLang="en-US" sz="1400" dirty="0">
                <a:solidFill>
                  <a:schemeClr val="tx1"/>
                </a:solidFill>
                <a:latin typeface="微软雅黑" panose="020B0503020204020204" charset="-122"/>
                <a:ea typeface="微软雅黑" panose="020B0503020204020204" charset="-122"/>
                <a:sym typeface="+mn-ea"/>
              </a:rPr>
              <a:t>强化学习生成资源分配动作，并利用</a:t>
            </a:r>
            <a:r>
              <a:rPr lang="en-US" altLang="zh-CN" sz="1400" dirty="0">
                <a:solidFill>
                  <a:schemeClr val="tx1"/>
                </a:solidFill>
                <a:latin typeface="微软雅黑" panose="020B0503020204020204" charset="-122"/>
                <a:ea typeface="微软雅黑" panose="020B0503020204020204" charset="-122"/>
                <a:sym typeface="+mn-ea"/>
              </a:rPr>
              <a:t>GCN</a:t>
            </a:r>
            <a:r>
              <a:rPr lang="zh-CN" altLang="en-US" sz="1400" dirty="0">
                <a:solidFill>
                  <a:schemeClr val="tx1"/>
                </a:solidFill>
                <a:latin typeface="微软雅黑" panose="020B0503020204020204" charset="-122"/>
                <a:ea typeface="微软雅黑" panose="020B0503020204020204" charset="-122"/>
                <a:sym typeface="+mn-ea"/>
              </a:rPr>
              <a:t>描述动态变化的用户和业务会话。</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70000"/>
              </a:lnSpc>
              <a:buFont typeface="Arial" panose="020B0604020202020204" pitchFamily="34" charset="0"/>
              <a:buChar char="•"/>
            </a:pPr>
            <a:r>
              <a:rPr lang="zh-CN" altLang="en-US" sz="1400" b="1" dirty="0">
                <a:solidFill>
                  <a:schemeClr val="tx1"/>
                </a:solidFill>
                <a:latin typeface="微软雅黑" panose="020B0503020204020204" charset="-122"/>
                <a:ea typeface="微软雅黑" panose="020B0503020204020204" charset="-122"/>
                <a:sym typeface="+mn-ea"/>
              </a:rPr>
              <a:t>动作执行后重新采集网络性能，并利用新测量结果继续更新资源分配策略</a:t>
            </a:r>
            <a:r>
              <a:rPr lang="zh-CN" altLang="en-US" sz="1400" dirty="0">
                <a:solidFill>
                  <a:schemeClr val="tx1"/>
                </a:solidFill>
                <a:latin typeface="微软雅黑" panose="020B0503020204020204" charset="-122"/>
                <a:ea typeface="微软雅黑" panose="020B0503020204020204" charset="-122"/>
                <a:sym typeface="+mn-ea"/>
              </a:rPr>
              <a:t>。</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7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创新与效果：</a:t>
            </a:r>
            <a:endParaRPr lang="zh-CN" altLang="en-US" sz="1400" b="1" dirty="0">
              <a:solidFill>
                <a:schemeClr val="tx1"/>
              </a:solidFill>
              <a:latin typeface="微软雅黑" panose="020B0503020204020204" charset="-122"/>
              <a:ea typeface="微软雅黑" panose="020B0503020204020204" charset="-122"/>
              <a:sym typeface="+mn-ea"/>
            </a:endParaRPr>
          </a:p>
          <a:p>
            <a:pPr indent="0">
              <a:lnSpc>
                <a:spcPct val="170000"/>
              </a:lnSpc>
              <a:buFont typeface="Arial" panose="020B0604020202020204" pitchFamily="34" charset="0"/>
              <a:buNone/>
            </a:pPr>
            <a:r>
              <a:rPr lang="zh-CN" altLang="en-US" sz="1400" dirty="0">
                <a:solidFill>
                  <a:schemeClr val="tx1"/>
                </a:solidFill>
                <a:latin typeface="微软雅黑" panose="020B0503020204020204" charset="-122"/>
                <a:ea typeface="微软雅黑" panose="020B0503020204020204" charset="-122"/>
                <a:sym typeface="+mn-ea"/>
              </a:rPr>
              <a:t>该研究将</a:t>
            </a:r>
            <a:r>
              <a:rPr lang="zh-CN" altLang="en-US" sz="1400" b="1" dirty="0">
                <a:solidFill>
                  <a:schemeClr val="tx1"/>
                </a:solidFill>
                <a:latin typeface="微软雅黑" panose="020B0503020204020204" charset="-122"/>
                <a:ea typeface="微软雅黑" panose="020B0503020204020204" charset="-122"/>
                <a:sym typeface="+mn-ea"/>
              </a:rPr>
              <a:t>多指标</a:t>
            </a:r>
            <a:r>
              <a:rPr lang="en-US" altLang="zh-CN" sz="1400" b="1" dirty="0">
                <a:solidFill>
                  <a:schemeClr val="tx1"/>
                </a:solidFill>
                <a:latin typeface="微软雅黑" panose="020B0503020204020204" charset="-122"/>
                <a:ea typeface="微软雅黑" panose="020B0503020204020204" charset="-122"/>
                <a:sym typeface="+mn-ea"/>
              </a:rPr>
              <a:t>QoS</a:t>
            </a:r>
            <a:r>
              <a:rPr lang="zh-CN" altLang="en-US" sz="1400" b="1" dirty="0">
                <a:solidFill>
                  <a:schemeClr val="tx1"/>
                </a:solidFill>
                <a:latin typeface="微软雅黑" panose="020B0503020204020204" charset="-122"/>
                <a:ea typeface="微软雅黑" panose="020B0503020204020204" charset="-122"/>
                <a:sym typeface="+mn-ea"/>
              </a:rPr>
              <a:t>优化、动态会话建模和真实</a:t>
            </a:r>
            <a:r>
              <a:rPr lang="en-US" altLang="zh-CN" sz="1400" b="1" dirty="0">
                <a:solidFill>
                  <a:schemeClr val="tx1"/>
                </a:solidFill>
                <a:latin typeface="微软雅黑" panose="020B0503020204020204" charset="-122"/>
                <a:ea typeface="微软雅黑" panose="020B0503020204020204" charset="-122"/>
                <a:sym typeface="+mn-ea"/>
              </a:rPr>
              <a:t>O-RAN</a:t>
            </a:r>
            <a:r>
              <a:rPr lang="zh-CN" altLang="en-US" sz="1400" b="1" dirty="0">
                <a:solidFill>
                  <a:schemeClr val="tx1"/>
                </a:solidFill>
                <a:latin typeface="微软雅黑" panose="020B0503020204020204" charset="-122"/>
                <a:ea typeface="微软雅黑" panose="020B0503020204020204" charset="-122"/>
                <a:sym typeface="+mn-ea"/>
              </a:rPr>
              <a:t>闭环控制</a:t>
            </a:r>
            <a:r>
              <a:rPr lang="zh-CN" altLang="en-US" sz="1400" dirty="0">
                <a:solidFill>
                  <a:schemeClr val="tx1"/>
                </a:solidFill>
                <a:latin typeface="微软雅黑" panose="020B0503020204020204" charset="-122"/>
                <a:ea typeface="微软雅黑" panose="020B0503020204020204" charset="-122"/>
                <a:sym typeface="+mn-ea"/>
              </a:rPr>
              <a:t>结合起来。论文使用</a:t>
            </a:r>
            <a:r>
              <a:rPr lang="en-US" altLang="zh-CN" sz="1400" dirty="0">
                <a:solidFill>
                  <a:schemeClr val="tx1"/>
                </a:solidFill>
                <a:latin typeface="微软雅黑" panose="020B0503020204020204" charset="-122"/>
                <a:ea typeface="微软雅黑" panose="020B0503020204020204" charset="-122"/>
                <a:sym typeface="+mn-ea"/>
              </a:rPr>
              <a:t>OAI、USRP N310、n78</a:t>
            </a:r>
            <a:r>
              <a:rPr lang="zh-CN" altLang="en-US" sz="1400" dirty="0">
                <a:solidFill>
                  <a:schemeClr val="tx1"/>
                </a:solidFill>
                <a:latin typeface="微软雅黑" panose="020B0503020204020204" charset="-122"/>
                <a:ea typeface="微软雅黑" panose="020B0503020204020204" charset="-122"/>
                <a:sym typeface="+mn-ea"/>
              </a:rPr>
              <a:t>频段和10部商用手机开展</a:t>
            </a:r>
            <a:r>
              <a:rPr lang="en-US" altLang="zh-CN" sz="1400" dirty="0">
                <a:solidFill>
                  <a:schemeClr val="tx1"/>
                </a:solidFill>
                <a:latin typeface="微软雅黑" panose="020B0503020204020204" charset="-122"/>
                <a:ea typeface="微软雅黑" panose="020B0503020204020204" charset="-122"/>
                <a:sym typeface="+mn-ea"/>
              </a:rPr>
              <a:t>OTA</a:t>
            </a:r>
            <a:r>
              <a:rPr lang="zh-CN" altLang="en-US" sz="1400" dirty="0">
                <a:solidFill>
                  <a:schemeClr val="tx1"/>
                </a:solidFill>
                <a:latin typeface="微软雅黑" panose="020B0503020204020204" charset="-122"/>
                <a:ea typeface="微软雅黑" panose="020B0503020204020204" charset="-122"/>
                <a:sym typeface="+mn-ea"/>
              </a:rPr>
              <a:t>实验，相比</a:t>
            </a:r>
            <a:r>
              <a:rPr lang="en-US" altLang="zh-CN" sz="1400" dirty="0">
                <a:solidFill>
                  <a:schemeClr val="tx1"/>
                </a:solidFill>
                <a:latin typeface="微软雅黑" panose="020B0503020204020204" charset="-122"/>
                <a:ea typeface="微软雅黑" panose="020B0503020204020204" charset="-122"/>
                <a:sym typeface="+mn-ea"/>
              </a:rPr>
              <a:t>Zipper</a:t>
            </a:r>
            <a:r>
              <a:rPr lang="zh-CN" altLang="en-US" sz="1400" dirty="0">
                <a:solidFill>
                  <a:schemeClr val="tx1"/>
                </a:solidFill>
                <a:latin typeface="微软雅黑" panose="020B0503020204020204" charset="-122"/>
                <a:ea typeface="微软雅黑" panose="020B0503020204020204" charset="-122"/>
                <a:sym typeface="+mn-ea"/>
              </a:rPr>
              <a:t>方法平均降低约</a:t>
            </a:r>
            <a:r>
              <a:rPr lang="zh-CN" altLang="en-US" sz="1400" b="1" dirty="0">
                <a:solidFill>
                  <a:schemeClr val="tx1"/>
                </a:solidFill>
                <a:latin typeface="微软雅黑" panose="020B0503020204020204" charset="-122"/>
                <a:ea typeface="微软雅黑" panose="020B0503020204020204" charset="-122"/>
                <a:sym typeface="+mn-ea"/>
              </a:rPr>
              <a:t>67%的</a:t>
            </a:r>
            <a:r>
              <a:rPr lang="en-US" altLang="zh-CN" sz="1400" b="1" dirty="0">
                <a:solidFill>
                  <a:schemeClr val="tx1"/>
                </a:solidFill>
                <a:latin typeface="微软雅黑" panose="020B0503020204020204" charset="-122"/>
                <a:ea typeface="微软雅黑" panose="020B0503020204020204" charset="-122"/>
                <a:sym typeface="+mn-ea"/>
              </a:rPr>
              <a:t>Performance Regret</a:t>
            </a:r>
            <a:r>
              <a:rPr lang="en-US" altLang="zh-CN" sz="1400" dirty="0">
                <a:solidFill>
                  <a:schemeClr val="tx1"/>
                </a:solidFill>
                <a:latin typeface="微软雅黑" panose="020B0503020204020204" charset="-122"/>
                <a:ea typeface="微软雅黑" panose="020B0503020204020204" charset="-122"/>
                <a:sym typeface="+mn-ea"/>
              </a:rPr>
              <a:t>，</a:t>
            </a:r>
            <a:r>
              <a:rPr lang="zh-CN" altLang="en-US" sz="1400" dirty="0">
                <a:solidFill>
                  <a:schemeClr val="tx1"/>
                </a:solidFill>
                <a:latin typeface="微软雅黑" panose="020B0503020204020204" charset="-122"/>
                <a:ea typeface="微软雅黑" panose="020B0503020204020204" charset="-122"/>
                <a:sym typeface="+mn-ea"/>
              </a:rPr>
              <a:t>大多数资源决策在</a:t>
            </a:r>
            <a:r>
              <a:rPr lang="zh-CN" altLang="en-US" sz="1400" b="1" dirty="0">
                <a:solidFill>
                  <a:schemeClr val="tx1"/>
                </a:solidFill>
                <a:latin typeface="微软雅黑" panose="020B0503020204020204" charset="-122"/>
                <a:ea typeface="微软雅黑" panose="020B0503020204020204" charset="-122"/>
                <a:sym typeface="+mn-ea"/>
              </a:rPr>
              <a:t>4 </a:t>
            </a:r>
            <a:r>
              <a:rPr lang="en-US" altLang="zh-CN" sz="1400" b="1" dirty="0">
                <a:solidFill>
                  <a:schemeClr val="tx1"/>
                </a:solidFill>
                <a:latin typeface="微软雅黑" panose="020B0503020204020204" charset="-122"/>
                <a:ea typeface="微软雅黑" panose="020B0503020204020204" charset="-122"/>
                <a:sym typeface="+mn-ea"/>
              </a:rPr>
              <a:t>ms</a:t>
            </a:r>
            <a:r>
              <a:rPr lang="zh-CN" altLang="en-US" sz="1400" dirty="0">
                <a:solidFill>
                  <a:schemeClr val="tx1"/>
                </a:solidFill>
                <a:latin typeface="微软雅黑" panose="020B0503020204020204" charset="-122"/>
                <a:ea typeface="微软雅黑" panose="020B0503020204020204" charset="-122"/>
                <a:sym typeface="+mn-ea"/>
              </a:rPr>
              <a:t>以内完成。</a:t>
            </a:r>
            <a:endParaRPr lang="en-US" altLang="zh-CN" sz="1400" dirty="0">
              <a:solidFill>
                <a:schemeClr val="tx1"/>
              </a:solidFill>
              <a:latin typeface="微软雅黑" panose="020B0503020204020204" charset="-122"/>
              <a:ea typeface="微软雅黑" panose="020B0503020204020204" charset="-122"/>
              <a:sym typeface="+mn-ea"/>
            </a:endParaRPr>
          </a:p>
          <a:p>
            <a:pPr indent="0">
              <a:lnSpc>
                <a:spcPct val="17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成熟度：</a:t>
            </a:r>
            <a:endParaRPr lang="zh-CN" altLang="en-US" sz="1400" b="1" dirty="0">
              <a:solidFill>
                <a:schemeClr val="tx1"/>
              </a:solidFill>
              <a:latin typeface="微软雅黑" panose="020B0503020204020204" charset="-122"/>
              <a:ea typeface="微软雅黑" panose="020B0503020204020204" charset="-122"/>
              <a:sym typeface="+mn-ea"/>
            </a:endParaRPr>
          </a:p>
          <a:p>
            <a:pPr indent="0">
              <a:lnSpc>
                <a:spcPct val="17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已完成真实5</a:t>
            </a:r>
            <a:r>
              <a:rPr lang="en-US" altLang="zh-CN" sz="1400" b="1" dirty="0">
                <a:solidFill>
                  <a:schemeClr val="tx1"/>
                </a:solidFill>
                <a:latin typeface="微软雅黑" panose="020B0503020204020204" charset="-122"/>
                <a:ea typeface="微软雅黑" panose="020B0503020204020204" charset="-122"/>
                <a:sym typeface="+mn-ea"/>
              </a:rPr>
              <a:t>G</a:t>
            </a:r>
            <a:r>
              <a:rPr lang="zh-CN" altLang="en-US" sz="1400" b="1" dirty="0">
                <a:solidFill>
                  <a:schemeClr val="tx1"/>
                </a:solidFill>
                <a:latin typeface="微软雅黑" panose="020B0503020204020204" charset="-122"/>
                <a:ea typeface="微软雅黑" panose="020B0503020204020204" charset="-122"/>
                <a:sym typeface="+mn-ea"/>
              </a:rPr>
              <a:t>实验室网络验证</a:t>
            </a:r>
            <a:r>
              <a:rPr lang="zh-CN" altLang="en-US" sz="1400" dirty="0">
                <a:solidFill>
                  <a:schemeClr val="tx1"/>
                </a:solidFill>
                <a:latin typeface="微软雅黑" panose="020B0503020204020204" charset="-122"/>
                <a:ea typeface="微软雅黑" panose="020B0503020204020204" charset="-122"/>
                <a:sym typeface="+mn-ea"/>
              </a:rPr>
              <a:t>，</a:t>
            </a:r>
            <a:r>
              <a:rPr lang="en-US" altLang="zh-CN" sz="1400" dirty="0">
                <a:solidFill>
                  <a:schemeClr val="tx1"/>
                </a:solidFill>
                <a:latin typeface="微软雅黑" panose="020B0503020204020204" charset="-122"/>
                <a:ea typeface="微软雅黑" panose="020B0503020204020204" charset="-122"/>
                <a:sym typeface="+mn-ea"/>
              </a:rPr>
              <a:t>xApp</a:t>
            </a:r>
            <a:r>
              <a:rPr lang="zh-CN" altLang="en-US" sz="1400" dirty="0">
                <a:solidFill>
                  <a:schemeClr val="tx1"/>
                </a:solidFill>
                <a:latin typeface="微软雅黑" panose="020B0503020204020204" charset="-122"/>
                <a:ea typeface="微软雅黑" panose="020B0503020204020204" charset="-122"/>
                <a:sym typeface="+mn-ea"/>
              </a:rPr>
              <a:t>及相关</a:t>
            </a:r>
            <a:r>
              <a:rPr lang="en-US" altLang="zh-CN" sz="1400" dirty="0">
                <a:solidFill>
                  <a:schemeClr val="tx1"/>
                </a:solidFill>
                <a:latin typeface="微软雅黑" panose="020B0503020204020204" charset="-122"/>
                <a:ea typeface="微软雅黑" panose="020B0503020204020204" charset="-122"/>
                <a:sym typeface="+mn-ea"/>
              </a:rPr>
              <a:t>OAI</a:t>
            </a:r>
            <a:r>
              <a:rPr lang="zh-CN" altLang="en-US" sz="1400" dirty="0">
                <a:solidFill>
                  <a:schemeClr val="tx1"/>
                </a:solidFill>
                <a:latin typeface="微软雅黑" panose="020B0503020204020204" charset="-122"/>
                <a:ea typeface="微软雅黑" panose="020B0503020204020204" charset="-122"/>
                <a:sym typeface="+mn-ea"/>
              </a:rPr>
              <a:t>修改代码已经开源；但复现需要</a:t>
            </a:r>
            <a:r>
              <a:rPr lang="en-US" altLang="zh-CN" sz="1400" dirty="0">
                <a:solidFill>
                  <a:schemeClr val="tx1"/>
                </a:solidFill>
                <a:latin typeface="微软雅黑" panose="020B0503020204020204" charset="-122"/>
                <a:ea typeface="微软雅黑" panose="020B0503020204020204" charset="-122"/>
                <a:sym typeface="+mn-ea"/>
              </a:rPr>
              <a:t>RIC、OAI、USRP</a:t>
            </a:r>
            <a:r>
              <a:rPr lang="zh-CN" altLang="en-US" sz="1400" dirty="0">
                <a:solidFill>
                  <a:schemeClr val="tx1"/>
                </a:solidFill>
                <a:latin typeface="微软雅黑" panose="020B0503020204020204" charset="-122"/>
                <a:ea typeface="微软雅黑" panose="020B0503020204020204" charset="-122"/>
                <a:sym typeface="+mn-ea"/>
              </a:rPr>
              <a:t>和多部终端，系统搭建难度较高，</a:t>
            </a:r>
            <a:endParaRPr lang="zh-CN" altLang="en-US" sz="1400" dirty="0">
              <a:solidFill>
                <a:schemeClr val="tx1"/>
              </a:solidFill>
              <a:latin typeface="微软雅黑" panose="020B0503020204020204" charset="-122"/>
              <a:ea typeface="微软雅黑" panose="020B0503020204020204" charset="-122"/>
              <a:sym typeface="+mn-ea"/>
            </a:endParaRPr>
          </a:p>
        </p:txBody>
      </p:sp>
      <p:sp>
        <p:nvSpPr>
          <p:cNvPr id="2" name="文本框 1"/>
          <p:cNvSpPr txBox="1"/>
          <p:nvPr/>
        </p:nvSpPr>
        <p:spPr>
          <a:xfrm>
            <a:off x="338455" y="6349365"/>
            <a:ext cx="11514455" cy="248285"/>
          </a:xfrm>
          <a:prstGeom prst="rect">
            <a:avLst/>
          </a:prstGeom>
          <a:noFill/>
        </p:spPr>
        <p:txBody>
          <a:bodyPr wrap="square" lIns="0" tIns="0" rIns="0" bIns="0" rtlCol="0">
            <a:noAutofit/>
          </a:bodyPr>
          <a:p>
            <a:pPr>
              <a:spcAft>
                <a:spcPts val="300"/>
              </a:spcAft>
            </a:pPr>
            <a:r>
              <a:rPr lang="en-US" altLang="zh-CN" sz="1000" dirty="0" smtClean="0">
                <a:solidFill>
                  <a:schemeClr val="tx1"/>
                </a:solidFill>
                <a:latin typeface="微软雅黑" panose="020B0503020204020204" charset="-122"/>
                <a:ea typeface="微软雅黑" panose="020B0503020204020204" charset="-122"/>
              </a:rPr>
              <a:t>[7] P. Yan et al., “Near-Real-Time Resource Slicing for QoS Optimization in 5G O-RAN Using Deep Reinforcement Learning,” IEEE Transactions on Networking, 2025.</a:t>
            </a:r>
            <a:endParaRPr lang="en-US" altLang="zh-CN" sz="1000" dirty="0" smtClean="0">
              <a:solidFill>
                <a:schemeClr val="tx1"/>
              </a:solidFill>
              <a:latin typeface="微软雅黑" panose="020B0503020204020204" charset="-122"/>
              <a:ea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87" name=""/>
        <p:cNvGrpSpPr/>
        <p:nvPr/>
      </p:nvGrpSpPr>
      <p:grpSpPr>
        <a:xfrm>
          <a:off x="0" y="0"/>
          <a:ext cx="0" cy="0"/>
          <a:chOff x="0" y="0"/>
          <a:chExt cx="0" cy="0"/>
        </a:xfrm>
      </p:grpSpPr>
      <p:sp>
        <p:nvSpPr>
          <p:cNvPr id="88" name="标题 1"/>
          <p:cNvSpPr>
            <a:spLocks noGrp="1"/>
          </p:cNvSpPr>
          <p:nvPr>
            <p:ph type="title"/>
          </p:nvPr>
        </p:nvSpPr>
        <p:spPr>
          <a:xfrm>
            <a:off x="565150" y="339090"/>
            <a:ext cx="10309225" cy="612775"/>
          </a:xfrm>
        </p:spPr>
        <p:txBody>
          <a:bodyPr>
            <a:noAutofit/>
          </a:bodyPr>
          <a:lstStyle/>
          <a:p>
            <a:r>
              <a:rPr lang="zh-CN" altLang="en-US" sz="2800" b="1" dirty="0">
                <a:latin typeface="微软雅黑" panose="020B0503020204020204" charset="-122"/>
                <a:ea typeface="微软雅黑" panose="020B0503020204020204" charset="-122"/>
                <a:sym typeface="+mn-ea"/>
              </a:rPr>
              <a:t>方向三：测试结果驱动网络优化</a:t>
            </a:r>
            <a:endParaRPr lang="zh-CN" altLang="en-US" sz="2800" b="1" dirty="0">
              <a:latin typeface="微软雅黑" panose="020B0503020204020204" charset="-122"/>
              <a:ea typeface="微软雅黑" panose="020B0503020204020204" charset="-122"/>
              <a:sym typeface="+mn-ea"/>
            </a:endParaRPr>
          </a:p>
        </p:txBody>
      </p:sp>
      <p:sp>
        <p:nvSpPr>
          <p:cNvPr id="89" name="文本框 5"/>
          <p:cNvSpPr txBox="1"/>
          <p:nvPr/>
        </p:nvSpPr>
        <p:spPr>
          <a:xfrm>
            <a:off x="258445" y="1002665"/>
            <a:ext cx="11515090" cy="5125085"/>
          </a:xfrm>
          <a:prstGeom prst="rect">
            <a:avLst/>
          </a:prstGeom>
          <a:noFill/>
          <a:ln>
            <a:noFill/>
          </a:ln>
        </p:spPr>
        <p:txBody>
          <a:bodyPr wrap="square" rtlCol="0" anchor="t">
            <a:noAutofit/>
          </a:bodyPr>
          <a:p>
            <a:pPr indent="0">
              <a:lnSpc>
                <a:spcPct val="160000"/>
              </a:lnSpc>
              <a:buFont typeface="Arial" panose="020B0604020202020204" pitchFamily="34" charset="0"/>
              <a:buNone/>
            </a:pPr>
            <a:r>
              <a:rPr lang="en-US" altLang="zh-CN" b="1" dirty="0">
                <a:solidFill>
                  <a:schemeClr val="tx1"/>
                </a:solidFill>
                <a:latin typeface="微软雅黑" panose="020B0503020204020204" charset="-122"/>
                <a:ea typeface="微软雅黑" panose="020B0503020204020204" charset="-122"/>
                <a:sym typeface="+mn-ea"/>
              </a:rPr>
              <a:t>2</a:t>
            </a:r>
            <a:r>
              <a:rPr lang="zh-CN" altLang="en-US" b="1" dirty="0">
                <a:solidFill>
                  <a:schemeClr val="tx1"/>
                </a:solidFill>
                <a:latin typeface="微软雅黑" panose="020B0503020204020204" charset="-122"/>
                <a:ea typeface="微软雅黑" panose="020B0503020204020204" charset="-122"/>
                <a:sym typeface="+mn-ea"/>
              </a:rPr>
              <a:t>. </a:t>
            </a:r>
            <a:r>
              <a:rPr lang="en-US" altLang="zh-CN" b="1" dirty="0">
                <a:solidFill>
                  <a:schemeClr val="tx1"/>
                </a:solidFill>
                <a:latin typeface="微软雅黑" panose="020B0503020204020204" charset="-122"/>
                <a:ea typeface="微软雅黑" panose="020B0503020204020204" charset="-122"/>
                <a:sym typeface="+mn-ea"/>
              </a:rPr>
              <a:t>SafeSlice：AI</a:t>
            </a:r>
            <a:r>
              <a:rPr lang="zh-CN" altLang="en-US" b="1" dirty="0">
                <a:solidFill>
                  <a:schemeClr val="tx1"/>
                </a:solidFill>
                <a:latin typeface="微软雅黑" panose="020B0503020204020204" charset="-122"/>
                <a:ea typeface="微软雅黑" panose="020B0503020204020204" charset="-122"/>
                <a:sym typeface="+mn-ea"/>
              </a:rPr>
              <a:t>资源控制动作的安全校验</a:t>
            </a:r>
            <a:r>
              <a:rPr lang="zh-CN" altLang="en-US" b="1" baseline="30000" dirty="0">
                <a:solidFill>
                  <a:schemeClr val="tx1"/>
                </a:solidFill>
                <a:latin typeface="微软雅黑" panose="020B0503020204020204" charset="-122"/>
                <a:ea typeface="微软雅黑" panose="020B0503020204020204" charset="-122"/>
                <a:sym typeface="+mn-ea"/>
              </a:rPr>
              <a:t>[8]</a:t>
            </a:r>
            <a:endParaRPr lang="zh-CN" altLang="en-US" b="1" baseline="30000" dirty="0">
              <a:solidFill>
                <a:schemeClr val="tx1"/>
              </a:solidFill>
              <a:latin typeface="微软雅黑" panose="020B0503020204020204" charset="-122"/>
              <a:ea typeface="微软雅黑" panose="020B0503020204020204" charset="-122"/>
              <a:sym typeface="+mn-ea"/>
            </a:endParaRPr>
          </a:p>
          <a:p>
            <a:pPr indent="0">
              <a:lnSpc>
                <a:spcPct val="160000"/>
              </a:lnSpc>
              <a:buFont typeface="Arial" panose="020B0604020202020204" pitchFamily="34" charset="0"/>
              <a:buNone/>
            </a:pPr>
            <a:r>
              <a:rPr lang="zh-CN" altLang="en-US" sz="1400" dirty="0">
                <a:solidFill>
                  <a:schemeClr val="tx1"/>
                </a:solidFill>
                <a:latin typeface="微软雅黑" panose="020B0503020204020204" charset="-122"/>
                <a:ea typeface="微软雅黑" panose="020B0503020204020204" charset="-122"/>
                <a:sym typeface="+mn-ea"/>
              </a:rPr>
              <a:t>强化学习依靠不断探索学习资源分配策略，但在真实网络中，一次不合适的探索就可能造成时延突然升高，违反服务等级协议（</a:t>
            </a:r>
            <a:r>
              <a:rPr lang="en-US" altLang="zh-CN" sz="1400" dirty="0">
                <a:solidFill>
                  <a:schemeClr val="tx1"/>
                </a:solidFill>
                <a:latin typeface="微软雅黑" panose="020B0503020204020204" charset="-122"/>
                <a:ea typeface="微软雅黑" panose="020B0503020204020204" charset="-122"/>
                <a:sym typeface="+mn-ea"/>
              </a:rPr>
              <a:t>SLA）。</a:t>
            </a:r>
            <a:r>
              <a:rPr lang="zh-CN" altLang="en-US" sz="1400" dirty="0">
                <a:solidFill>
                  <a:schemeClr val="tx1"/>
                </a:solidFill>
                <a:latin typeface="微软雅黑" panose="020B0503020204020204" charset="-122"/>
                <a:ea typeface="微软雅黑" panose="020B0503020204020204" charset="-122"/>
                <a:sym typeface="+mn-ea"/>
              </a:rPr>
              <a:t>因此，模型生成的资源动作不能未经检查直接执行。</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6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研究方法：</a:t>
            </a:r>
            <a:endParaRPr lang="zh-CN" altLang="en-US" sz="1400" b="1" dirty="0">
              <a:solidFill>
                <a:schemeClr val="tx1"/>
              </a:solidFill>
              <a:latin typeface="微软雅黑" panose="020B0503020204020204" charset="-122"/>
              <a:ea typeface="微软雅黑" panose="020B0503020204020204" charset="-122"/>
              <a:sym typeface="+mn-ea"/>
            </a:endParaRPr>
          </a:p>
          <a:p>
            <a:pPr marL="285750" indent="-285750">
              <a:lnSpc>
                <a:spcPct val="16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使用改进的</a:t>
            </a:r>
            <a:r>
              <a:rPr lang="en-US" altLang="zh-CN" sz="1400" dirty="0">
                <a:solidFill>
                  <a:schemeClr val="tx1"/>
                </a:solidFill>
                <a:latin typeface="微软雅黑" panose="020B0503020204020204" charset="-122"/>
                <a:ea typeface="微软雅黑" panose="020B0503020204020204" charset="-122"/>
                <a:sym typeface="+mn-ea"/>
              </a:rPr>
              <a:t>A2C</a:t>
            </a:r>
            <a:r>
              <a:rPr lang="zh-CN" altLang="en-US" sz="1400" dirty="0">
                <a:solidFill>
                  <a:schemeClr val="tx1"/>
                </a:solidFill>
                <a:latin typeface="微软雅黑" panose="020B0503020204020204" charset="-122"/>
                <a:ea typeface="微软雅黑" panose="020B0503020204020204" charset="-122"/>
                <a:sym typeface="+mn-ea"/>
              </a:rPr>
              <a:t>算法，根据各切片业务状态生成</a:t>
            </a:r>
            <a:r>
              <a:rPr lang="en-US" altLang="zh-CN" sz="1400" dirty="0">
                <a:solidFill>
                  <a:schemeClr val="tx1"/>
                </a:solidFill>
                <a:latin typeface="微软雅黑" panose="020B0503020204020204" charset="-122"/>
                <a:ea typeface="微软雅黑" panose="020B0503020204020204" charset="-122"/>
                <a:sym typeface="+mn-ea"/>
              </a:rPr>
              <a:t>PRB</a:t>
            </a:r>
            <a:r>
              <a:rPr lang="zh-CN" altLang="en-US" sz="1400" dirty="0">
                <a:solidFill>
                  <a:schemeClr val="tx1"/>
                </a:solidFill>
                <a:latin typeface="微软雅黑" panose="020B0503020204020204" charset="-122"/>
                <a:ea typeface="微软雅黑" panose="020B0503020204020204" charset="-122"/>
                <a:sym typeface="+mn-ea"/>
              </a:rPr>
              <a:t>分配动作；</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6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在奖励函数中加入基于</a:t>
            </a:r>
            <a:r>
              <a:rPr lang="en-US" altLang="zh-CN" sz="1400" dirty="0">
                <a:solidFill>
                  <a:schemeClr val="tx1"/>
                </a:solidFill>
                <a:latin typeface="微软雅黑" panose="020B0503020204020204" charset="-122"/>
                <a:ea typeface="微软雅黑" panose="020B0503020204020204" charset="-122"/>
                <a:sym typeface="+mn-ea"/>
              </a:rPr>
              <a:t>Sigmoid</a:t>
            </a:r>
            <a:r>
              <a:rPr lang="zh-CN" altLang="en-US" sz="1400" dirty="0">
                <a:solidFill>
                  <a:schemeClr val="tx1"/>
                </a:solidFill>
                <a:latin typeface="微软雅黑" panose="020B0503020204020204" charset="-122"/>
                <a:ea typeface="微软雅黑" panose="020B0503020204020204" charset="-122"/>
                <a:sym typeface="+mn-ea"/>
              </a:rPr>
              <a:t>的风险惩罚，约束一段时间内的</a:t>
            </a:r>
            <a:r>
              <a:rPr lang="zh-CN" altLang="en-US" sz="1400" b="1" dirty="0">
                <a:solidFill>
                  <a:schemeClr val="tx1"/>
                </a:solidFill>
                <a:latin typeface="微软雅黑" panose="020B0503020204020204" charset="-122"/>
                <a:ea typeface="微软雅黑" panose="020B0503020204020204" charset="-122"/>
                <a:sym typeface="+mn-ea"/>
              </a:rPr>
              <a:t>累计时延</a:t>
            </a:r>
            <a:r>
              <a:rPr lang="zh-CN" altLang="en-US" sz="1400" dirty="0">
                <a:solidFill>
                  <a:schemeClr val="tx1"/>
                </a:solidFill>
                <a:latin typeface="微软雅黑" panose="020B0503020204020204" charset="-122"/>
                <a:ea typeface="微软雅黑" panose="020B0503020204020204" charset="-122"/>
                <a:sym typeface="+mn-ea"/>
              </a:rPr>
              <a:t>，使模型在接近</a:t>
            </a:r>
            <a:r>
              <a:rPr lang="en-US" altLang="zh-CN" sz="1400" dirty="0">
                <a:solidFill>
                  <a:schemeClr val="tx1"/>
                </a:solidFill>
                <a:latin typeface="微软雅黑" panose="020B0503020204020204" charset="-122"/>
                <a:ea typeface="微软雅黑" panose="020B0503020204020204" charset="-122"/>
                <a:sym typeface="+mn-ea"/>
              </a:rPr>
              <a:t>SLA</a:t>
            </a:r>
            <a:r>
              <a:rPr lang="zh-CN" altLang="en-US" sz="1400" dirty="0">
                <a:solidFill>
                  <a:schemeClr val="tx1"/>
                </a:solidFill>
                <a:latin typeface="微软雅黑" panose="020B0503020204020204" charset="-122"/>
                <a:ea typeface="微软雅黑" panose="020B0503020204020204" charset="-122"/>
                <a:sym typeface="+mn-ea"/>
              </a:rPr>
              <a:t>阈值时受到更强惩罚；</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6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额外训练</a:t>
            </a:r>
            <a:r>
              <a:rPr lang="en-US" altLang="zh-CN" sz="1400" dirty="0">
                <a:solidFill>
                  <a:schemeClr val="tx1"/>
                </a:solidFill>
                <a:latin typeface="微软雅黑" panose="020B0503020204020204" charset="-122"/>
                <a:ea typeface="微软雅黑" panose="020B0503020204020204" charset="-122"/>
                <a:sym typeface="+mn-ea"/>
              </a:rPr>
              <a:t>XGBoost</a:t>
            </a:r>
            <a:r>
              <a:rPr lang="zh-CN" altLang="en-US" sz="1400" dirty="0">
                <a:solidFill>
                  <a:schemeClr val="tx1"/>
                </a:solidFill>
                <a:latin typeface="微软雅黑" panose="020B0503020204020204" charset="-122"/>
                <a:ea typeface="微软雅黑" panose="020B0503020204020204" charset="-122"/>
                <a:sym typeface="+mn-ea"/>
              </a:rPr>
              <a:t>成本模型，根据当前业务状态、候选</a:t>
            </a:r>
            <a:r>
              <a:rPr lang="en-US" altLang="zh-CN" sz="1400" dirty="0">
                <a:solidFill>
                  <a:schemeClr val="tx1"/>
                </a:solidFill>
                <a:latin typeface="微软雅黑" panose="020B0503020204020204" charset="-122"/>
                <a:ea typeface="微软雅黑" panose="020B0503020204020204" charset="-122"/>
                <a:sym typeface="+mn-ea"/>
              </a:rPr>
              <a:t>PRB</a:t>
            </a:r>
            <a:r>
              <a:rPr lang="zh-CN" altLang="en-US" sz="1400" dirty="0">
                <a:solidFill>
                  <a:schemeClr val="tx1"/>
                </a:solidFill>
                <a:latin typeface="微软雅黑" panose="020B0503020204020204" charset="-122"/>
                <a:ea typeface="微软雅黑" panose="020B0503020204020204" charset="-122"/>
                <a:sym typeface="+mn-ea"/>
              </a:rPr>
              <a:t>动作和上一时刻实际时延，预测动作执行后的</a:t>
            </a:r>
            <a:r>
              <a:rPr lang="zh-CN" altLang="en-US" sz="1400" b="1" dirty="0">
                <a:solidFill>
                  <a:schemeClr val="tx1"/>
                </a:solidFill>
                <a:latin typeface="微软雅黑" panose="020B0503020204020204" charset="-122"/>
                <a:ea typeface="微软雅黑" panose="020B0503020204020204" charset="-122"/>
                <a:sym typeface="+mn-ea"/>
              </a:rPr>
              <a:t>瞬时时延</a:t>
            </a:r>
            <a:r>
              <a:rPr lang="zh-CN" altLang="en-US" sz="1400" dirty="0">
                <a:solidFill>
                  <a:schemeClr val="tx1"/>
                </a:solidFill>
                <a:latin typeface="微软雅黑" panose="020B0503020204020204" charset="-122"/>
                <a:ea typeface="微软雅黑" panose="020B0503020204020204" charset="-122"/>
                <a:sym typeface="+mn-ea"/>
              </a:rPr>
              <a:t>；</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6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如果候选动作可能违反</a:t>
            </a:r>
            <a:r>
              <a:rPr lang="en-US" altLang="zh-CN" sz="1400" dirty="0">
                <a:solidFill>
                  <a:schemeClr val="tx1"/>
                </a:solidFill>
                <a:latin typeface="微软雅黑" panose="020B0503020204020204" charset="-122"/>
                <a:ea typeface="微软雅黑" panose="020B0503020204020204" charset="-122"/>
                <a:sym typeface="+mn-ea"/>
              </a:rPr>
              <a:t>SLA，</a:t>
            </a:r>
            <a:r>
              <a:rPr lang="zh-CN" altLang="en-US" sz="1400" dirty="0">
                <a:solidFill>
                  <a:schemeClr val="tx1"/>
                </a:solidFill>
                <a:latin typeface="微软雅黑" panose="020B0503020204020204" charset="-122"/>
                <a:ea typeface="微软雅黑" panose="020B0503020204020204" charset="-122"/>
                <a:sym typeface="+mn-ea"/>
              </a:rPr>
              <a:t>安全层将其</a:t>
            </a:r>
            <a:r>
              <a:rPr lang="zh-CN" altLang="en-US" sz="1400" b="1" dirty="0">
                <a:solidFill>
                  <a:schemeClr val="tx1"/>
                </a:solidFill>
                <a:latin typeface="微软雅黑" panose="020B0503020204020204" charset="-122"/>
                <a:ea typeface="微软雅黑" panose="020B0503020204020204" charset="-122"/>
                <a:sym typeface="+mn-ea"/>
              </a:rPr>
              <a:t>替换为动作空间中距离最近的安全</a:t>
            </a:r>
            <a:r>
              <a:rPr lang="en-US" altLang="zh-CN" sz="1400" b="1" dirty="0">
                <a:solidFill>
                  <a:schemeClr val="tx1"/>
                </a:solidFill>
                <a:latin typeface="微软雅黑" panose="020B0503020204020204" charset="-122"/>
                <a:ea typeface="微软雅黑" panose="020B0503020204020204" charset="-122"/>
                <a:sym typeface="+mn-ea"/>
              </a:rPr>
              <a:t>PRB</a:t>
            </a:r>
            <a:r>
              <a:rPr lang="zh-CN" altLang="en-US" sz="1400" b="1" dirty="0">
                <a:solidFill>
                  <a:schemeClr val="tx1"/>
                </a:solidFill>
                <a:latin typeface="微软雅黑" panose="020B0503020204020204" charset="-122"/>
                <a:ea typeface="微软雅黑" panose="020B0503020204020204" charset="-122"/>
                <a:sym typeface="+mn-ea"/>
              </a:rPr>
              <a:t>配置</a:t>
            </a:r>
            <a:r>
              <a:rPr lang="zh-CN" altLang="en-US" sz="1400" dirty="0">
                <a:solidFill>
                  <a:schemeClr val="tx1"/>
                </a:solidFill>
                <a:latin typeface="微软雅黑" panose="020B0503020204020204" charset="-122"/>
                <a:ea typeface="微软雅黑" panose="020B0503020204020204" charset="-122"/>
                <a:sym typeface="+mn-ea"/>
              </a:rPr>
              <a:t>。</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60000"/>
              </a:lnSpc>
              <a:buFont typeface="Arial" panose="020B0604020202020204" pitchFamily="34" charset="0"/>
              <a:buNone/>
            </a:pPr>
            <a:r>
              <a:rPr lang="zh-CN" altLang="en-US" sz="1400" dirty="0">
                <a:solidFill>
                  <a:schemeClr val="tx1"/>
                </a:solidFill>
                <a:latin typeface="微软雅黑" panose="020B0503020204020204" charset="-122"/>
                <a:ea typeface="微软雅黑" panose="020B0503020204020204" charset="-122"/>
                <a:sym typeface="+mn-ea"/>
              </a:rPr>
              <a:t>其控制过程可以概括为：</a:t>
            </a:r>
            <a:r>
              <a:rPr lang="zh-CN" altLang="en-US" sz="1400" b="1" dirty="0">
                <a:solidFill>
                  <a:schemeClr val="tx1"/>
                </a:solidFill>
                <a:latin typeface="微软雅黑" panose="020B0503020204020204" charset="-122"/>
                <a:ea typeface="微软雅黑" panose="020B0503020204020204" charset="-122"/>
                <a:sym typeface="+mn-ea"/>
              </a:rPr>
              <a:t>业务状态测量 → 生成候选资源动作 → 预测动作时延 → 拦截危险动作 → 执行安全动作 → 测量实际效果</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6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创新与效果：</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60000"/>
              </a:lnSpc>
              <a:buFont typeface="Arial" panose="020B0604020202020204" pitchFamily="34" charset="0"/>
              <a:buNone/>
            </a:pPr>
            <a:r>
              <a:rPr lang="en-US" altLang="zh-CN" sz="1400" dirty="0">
                <a:solidFill>
                  <a:schemeClr val="tx1"/>
                </a:solidFill>
                <a:latin typeface="微软雅黑" panose="020B0503020204020204" charset="-122"/>
                <a:ea typeface="微软雅黑" panose="020B0503020204020204" charset="-122"/>
                <a:sym typeface="+mn-ea"/>
              </a:rPr>
              <a:t>SafeSlice</a:t>
            </a:r>
            <a:r>
              <a:rPr lang="zh-CN" altLang="en-US" sz="1400" dirty="0">
                <a:solidFill>
                  <a:schemeClr val="tx1"/>
                </a:solidFill>
                <a:latin typeface="微软雅黑" panose="020B0503020204020204" charset="-122"/>
                <a:ea typeface="微软雅黑" panose="020B0503020204020204" charset="-122"/>
                <a:sym typeface="+mn-ea"/>
              </a:rPr>
              <a:t>同时处理长期累计约束和单次瞬时约束，</a:t>
            </a:r>
            <a:r>
              <a:rPr lang="zh-CN" altLang="en-US" sz="1400" b="1" dirty="0">
                <a:solidFill>
                  <a:schemeClr val="tx1"/>
                </a:solidFill>
                <a:latin typeface="微软雅黑" panose="020B0503020204020204" charset="-122"/>
                <a:ea typeface="微软雅黑" panose="020B0503020204020204" charset="-122"/>
                <a:sym typeface="+mn-ea"/>
              </a:rPr>
              <a:t>在强化学习策略与网络执行之间增加独立安全层</a:t>
            </a:r>
            <a:r>
              <a:rPr lang="zh-CN" altLang="en-US" sz="1400" dirty="0">
                <a:solidFill>
                  <a:schemeClr val="tx1"/>
                </a:solidFill>
                <a:latin typeface="微软雅黑" panose="020B0503020204020204" charset="-122"/>
                <a:ea typeface="微软雅黑" panose="020B0503020204020204" charset="-122"/>
                <a:sym typeface="+mn-ea"/>
              </a:rPr>
              <a:t>。论文报告，平均累计时延最高降低83.23%，瞬时时延违规最高降低93.24%，资源消耗最高降低22.13%。</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6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成熟度：</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60000"/>
              </a:lnSpc>
              <a:buFont typeface="Arial" panose="020B0604020202020204" pitchFamily="34" charset="0"/>
              <a:buNone/>
            </a:pPr>
            <a:r>
              <a:rPr lang="zh-CN" altLang="en-US" sz="1400" dirty="0">
                <a:solidFill>
                  <a:schemeClr val="tx1"/>
                </a:solidFill>
                <a:latin typeface="微软雅黑" panose="020B0503020204020204" charset="-122"/>
                <a:ea typeface="微软雅黑" panose="020B0503020204020204" charset="-122"/>
                <a:sym typeface="+mn-ea"/>
              </a:rPr>
              <a:t>实验在虚拟化</a:t>
            </a:r>
            <a:r>
              <a:rPr lang="en-US" altLang="zh-CN" sz="1400" dirty="0">
                <a:solidFill>
                  <a:schemeClr val="tx1"/>
                </a:solidFill>
                <a:latin typeface="微软雅黑" panose="020B0503020204020204" charset="-122"/>
                <a:ea typeface="微软雅黑" panose="020B0503020204020204" charset="-122"/>
                <a:sym typeface="+mn-ea"/>
              </a:rPr>
              <a:t>O-RAN</a:t>
            </a:r>
            <a:r>
              <a:rPr lang="zh-CN" altLang="en-US" sz="1400" dirty="0">
                <a:solidFill>
                  <a:schemeClr val="tx1"/>
                </a:solidFill>
                <a:latin typeface="微软雅黑" panose="020B0503020204020204" charset="-122"/>
                <a:ea typeface="微软雅黑" panose="020B0503020204020204" charset="-122"/>
                <a:sym typeface="+mn-ea"/>
              </a:rPr>
              <a:t>环境中进行，使用真实</a:t>
            </a:r>
            <a:r>
              <a:rPr lang="en-US" altLang="zh-CN" sz="1400" dirty="0">
                <a:solidFill>
                  <a:schemeClr val="tx1"/>
                </a:solidFill>
                <a:latin typeface="微软雅黑" panose="020B0503020204020204" charset="-122"/>
                <a:ea typeface="微软雅黑" panose="020B0503020204020204" charset="-122"/>
                <a:sym typeface="+mn-ea"/>
              </a:rPr>
              <a:t>VR</a:t>
            </a:r>
            <a:r>
              <a:rPr lang="zh-CN" altLang="en-US" sz="1400" dirty="0">
                <a:solidFill>
                  <a:schemeClr val="tx1"/>
                </a:solidFill>
                <a:latin typeface="微软雅黑" panose="020B0503020204020204" charset="-122"/>
                <a:ea typeface="微软雅黑" panose="020B0503020204020204" charset="-122"/>
                <a:sym typeface="+mn-ea"/>
              </a:rPr>
              <a:t>游戏流量轨迹以及</a:t>
            </a:r>
            <a:r>
              <a:rPr lang="en-US" altLang="zh-CN" sz="1400" dirty="0">
                <a:solidFill>
                  <a:schemeClr val="tx1"/>
                </a:solidFill>
                <a:latin typeface="微软雅黑" panose="020B0503020204020204" charset="-122"/>
                <a:ea typeface="微软雅黑" panose="020B0503020204020204" charset="-122"/>
                <a:sym typeface="+mn-ea"/>
              </a:rPr>
              <a:t>VoNR、</a:t>
            </a:r>
            <a:r>
              <a:rPr lang="zh-CN" altLang="en-US" sz="1400" dirty="0">
                <a:solidFill>
                  <a:schemeClr val="tx1"/>
                </a:solidFill>
                <a:latin typeface="微软雅黑" panose="020B0503020204020204" charset="-122"/>
                <a:ea typeface="微软雅黑" panose="020B0503020204020204" charset="-122"/>
                <a:sym typeface="+mn-ea"/>
              </a:rPr>
              <a:t>视频业务模型，但没有接入真实基站和终端。</a:t>
            </a:r>
            <a:endParaRPr lang="zh-CN" altLang="en-US" sz="1400" dirty="0">
              <a:solidFill>
                <a:schemeClr val="tx1"/>
              </a:solidFill>
              <a:latin typeface="微软雅黑" panose="020B0503020204020204" charset="-122"/>
              <a:ea typeface="微软雅黑" panose="020B0503020204020204" charset="-122"/>
              <a:sym typeface="+mn-ea"/>
            </a:endParaRPr>
          </a:p>
        </p:txBody>
      </p:sp>
      <p:sp>
        <p:nvSpPr>
          <p:cNvPr id="2" name="文本框 1"/>
          <p:cNvSpPr txBox="1"/>
          <p:nvPr/>
        </p:nvSpPr>
        <p:spPr>
          <a:xfrm>
            <a:off x="338455" y="6349365"/>
            <a:ext cx="11514455" cy="248285"/>
          </a:xfrm>
          <a:prstGeom prst="rect">
            <a:avLst/>
          </a:prstGeom>
          <a:noFill/>
        </p:spPr>
        <p:txBody>
          <a:bodyPr wrap="square" lIns="0" tIns="0" rIns="0" bIns="0" rtlCol="0">
            <a:noAutofit/>
          </a:bodyPr>
          <a:p>
            <a:pPr>
              <a:spcAft>
                <a:spcPts val="300"/>
              </a:spcAft>
            </a:pPr>
            <a:r>
              <a:rPr lang="en-US" altLang="zh-CN" sz="1000" dirty="0" smtClean="0">
                <a:solidFill>
                  <a:schemeClr val="tx1"/>
                </a:solidFill>
                <a:latin typeface="微软雅黑" panose="020B0503020204020204" charset="-122"/>
                <a:ea typeface="微软雅黑" panose="020B0503020204020204" charset="-122"/>
              </a:rPr>
              <a:t>[8] A. M. Nagib, H. Abou-Zeid and H. S. Hassanein, “SafeSlice: Enabling SLA-Compliant O-RAN Slicing via Safe Deep Reinforcement Learning,” IEEE ICMLCN, 2025.</a:t>
            </a:r>
            <a:endParaRPr lang="en-US" altLang="zh-CN" sz="1000" dirty="0" smtClean="0">
              <a:solidFill>
                <a:schemeClr val="tx1"/>
              </a:solidFill>
              <a:latin typeface="微软雅黑" panose="020B0503020204020204" charset="-122"/>
              <a:ea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87" name=""/>
        <p:cNvGrpSpPr/>
        <p:nvPr/>
      </p:nvGrpSpPr>
      <p:grpSpPr>
        <a:xfrm>
          <a:off x="0" y="0"/>
          <a:ext cx="0" cy="0"/>
          <a:chOff x="0" y="0"/>
          <a:chExt cx="0" cy="0"/>
        </a:xfrm>
      </p:grpSpPr>
      <p:sp>
        <p:nvSpPr>
          <p:cNvPr id="88" name="标题 1"/>
          <p:cNvSpPr>
            <a:spLocks noGrp="1"/>
          </p:cNvSpPr>
          <p:nvPr>
            <p:ph type="title"/>
          </p:nvPr>
        </p:nvSpPr>
        <p:spPr>
          <a:xfrm>
            <a:off x="565150" y="339090"/>
            <a:ext cx="10309225" cy="612775"/>
          </a:xfrm>
        </p:spPr>
        <p:txBody>
          <a:bodyPr>
            <a:noAutofit/>
          </a:bodyPr>
          <a:lstStyle/>
          <a:p>
            <a:r>
              <a:rPr lang="zh-CN" altLang="en-US" sz="2800" b="1" dirty="0">
                <a:latin typeface="微软雅黑" panose="020B0503020204020204" charset="-122"/>
                <a:ea typeface="微软雅黑" panose="020B0503020204020204" charset="-122"/>
                <a:sym typeface="+mn-ea"/>
              </a:rPr>
              <a:t>方向四</a:t>
            </a:r>
            <a:r>
              <a:rPr lang="en-US" altLang="zh-CN" sz="2800" b="1" dirty="0">
                <a:latin typeface="微软雅黑" panose="020B0503020204020204" charset="-122"/>
                <a:ea typeface="微软雅黑" panose="020B0503020204020204" charset="-122"/>
                <a:sym typeface="+mn-ea"/>
              </a:rPr>
              <a:t> | </a:t>
            </a:r>
            <a:r>
              <a:rPr lang="zh-CN" altLang="en-US" sz="2800" b="1" dirty="0">
                <a:latin typeface="微软雅黑" panose="020B0503020204020204" charset="-122"/>
                <a:ea typeface="微软雅黑" panose="020B0503020204020204" charset="-122"/>
                <a:sym typeface="+mn-ea"/>
              </a:rPr>
              <a:t>空间无线环境建模：从稀疏测量到跨场景复用</a:t>
            </a:r>
            <a:endParaRPr lang="zh-CN" altLang="en-US" sz="2800" b="1" dirty="0">
              <a:latin typeface="微软雅黑" panose="020B0503020204020204" charset="-122"/>
              <a:ea typeface="微软雅黑" panose="020B0503020204020204" charset="-122"/>
              <a:sym typeface="+mn-ea"/>
            </a:endParaRPr>
          </a:p>
        </p:txBody>
      </p:sp>
      <p:sp>
        <p:nvSpPr>
          <p:cNvPr id="4" name="文本框 3"/>
          <p:cNvSpPr txBox="1"/>
          <p:nvPr/>
        </p:nvSpPr>
        <p:spPr>
          <a:xfrm>
            <a:off x="337820" y="6205855"/>
            <a:ext cx="11514455" cy="291465"/>
          </a:xfrm>
          <a:prstGeom prst="rect">
            <a:avLst/>
          </a:prstGeom>
          <a:noFill/>
        </p:spPr>
        <p:txBody>
          <a:bodyPr wrap="square" lIns="0" tIns="0" rIns="0" bIns="0" rtlCol="0">
            <a:noAutofit/>
          </a:bodyPr>
          <a:p>
            <a:pPr>
              <a:lnSpc>
                <a:spcPct val="100000"/>
              </a:lnSpc>
              <a:spcAft>
                <a:spcPts val="300"/>
              </a:spcAft>
            </a:pPr>
            <a:r>
              <a:rPr lang="en-US" altLang="zh-CN" sz="1000" dirty="0" smtClean="0">
                <a:solidFill>
                  <a:schemeClr val="tx1"/>
                </a:solidFill>
                <a:latin typeface="微软雅黑" panose="020B0503020204020204" charset="-122"/>
                <a:ea typeface="微软雅黑" panose="020B0503020204020204" charset="-122"/>
              </a:rPr>
              <a:t>[9] W. Bjorndahl et al., “PropSplat: Map-Free RF Field Reconstruction via 3D Gaussian Propagation Splatting,” IEEE DySPAN, 2026.</a:t>
            </a:r>
            <a:endParaRPr lang="en-US" altLang="zh-CN" sz="1000" dirty="0" smtClean="0">
              <a:solidFill>
                <a:schemeClr val="tx1"/>
              </a:solidFill>
              <a:latin typeface="微软雅黑" panose="020B0503020204020204" charset="-122"/>
              <a:ea typeface="微软雅黑" panose="020B0503020204020204" charset="-122"/>
            </a:endParaRPr>
          </a:p>
          <a:p>
            <a:pPr>
              <a:lnSpc>
                <a:spcPct val="100000"/>
              </a:lnSpc>
              <a:spcAft>
                <a:spcPts val="300"/>
              </a:spcAft>
            </a:pPr>
            <a:r>
              <a:rPr lang="en-US" altLang="zh-CN" sz="1000" dirty="0" smtClean="0">
                <a:solidFill>
                  <a:schemeClr val="tx1"/>
                </a:solidFill>
                <a:latin typeface="微软雅黑" panose="020B0503020204020204" charset="-122"/>
                <a:ea typeface="微软雅黑" panose="020B0503020204020204" charset="-122"/>
              </a:rPr>
              <a:t>[10] J. Li et al., “Robust Radio Map Prediction: An Online Adaptation Approach with Dynamic Learning Rates,” Expert Systems with Applications, Vol. 306, 2026.</a:t>
            </a:r>
            <a:endParaRPr lang="en-US" altLang="zh-CN" sz="1000" dirty="0" smtClean="0">
              <a:solidFill>
                <a:schemeClr val="tx1"/>
              </a:solidFill>
              <a:latin typeface="微软雅黑" panose="020B0503020204020204" charset="-122"/>
              <a:ea typeface="微软雅黑" panose="020B0503020204020204" charset="-122"/>
            </a:endParaRPr>
          </a:p>
        </p:txBody>
      </p:sp>
      <p:sp>
        <p:nvSpPr>
          <p:cNvPr id="2" name="文本框 5"/>
          <p:cNvSpPr txBox="1"/>
          <p:nvPr/>
        </p:nvSpPr>
        <p:spPr>
          <a:xfrm>
            <a:off x="205105" y="1020445"/>
            <a:ext cx="5566410" cy="5110480"/>
          </a:xfrm>
          <a:prstGeom prst="rect">
            <a:avLst/>
          </a:prstGeom>
          <a:noFill/>
          <a:ln>
            <a:noFill/>
          </a:ln>
        </p:spPr>
        <p:txBody>
          <a:bodyPr wrap="square" rtlCol="0" anchor="t">
            <a:noAutofit/>
          </a:bodyPr>
          <a:p>
            <a:pPr indent="0">
              <a:lnSpc>
                <a:spcPct val="130000"/>
              </a:lnSpc>
              <a:buFont typeface="Arial" panose="020B0604020202020204" pitchFamily="34" charset="0"/>
              <a:buNone/>
            </a:pPr>
            <a:r>
              <a:rPr lang="en-US" altLang="zh-CN" b="1" dirty="0">
                <a:solidFill>
                  <a:schemeClr val="tx1"/>
                </a:solidFill>
                <a:latin typeface="微软雅黑" panose="020B0503020204020204" charset="-122"/>
                <a:ea typeface="微软雅黑" panose="020B0503020204020204" charset="-122"/>
                <a:sym typeface="+mn-ea"/>
              </a:rPr>
              <a:t>1</a:t>
            </a:r>
            <a:r>
              <a:rPr lang="zh-CN" altLang="en-US" b="1" dirty="0">
                <a:solidFill>
                  <a:schemeClr val="tx1"/>
                </a:solidFill>
                <a:latin typeface="微软雅黑" panose="020B0503020204020204" charset="-122"/>
                <a:ea typeface="微软雅黑" panose="020B0503020204020204" charset="-122"/>
                <a:sym typeface="+mn-ea"/>
              </a:rPr>
              <a:t>. </a:t>
            </a:r>
            <a:r>
              <a:rPr lang="en-US" altLang="zh-CN" b="1" dirty="0">
                <a:solidFill>
                  <a:schemeClr val="tx1"/>
                </a:solidFill>
                <a:latin typeface="微软雅黑" panose="020B0503020204020204" charset="-122"/>
                <a:ea typeface="微软雅黑" panose="020B0503020204020204" charset="-122"/>
                <a:sym typeface="+mn-ea"/>
              </a:rPr>
              <a:t>PropSplat：</a:t>
            </a:r>
            <a:r>
              <a:rPr lang="zh-CN" altLang="en-US" b="1" dirty="0">
                <a:solidFill>
                  <a:schemeClr val="tx1"/>
                </a:solidFill>
                <a:latin typeface="微软雅黑" panose="020B0503020204020204" charset="-122"/>
                <a:ea typeface="微软雅黑" panose="020B0503020204020204" charset="-122"/>
                <a:sym typeface="+mn-ea"/>
              </a:rPr>
              <a:t>基于稀疏测量的无线场重建</a:t>
            </a:r>
            <a:r>
              <a:rPr lang="zh-CN" altLang="en-US" b="1" baseline="30000" dirty="0">
                <a:solidFill>
                  <a:schemeClr val="tx1"/>
                </a:solidFill>
                <a:latin typeface="微软雅黑" panose="020B0503020204020204" charset="-122"/>
                <a:ea typeface="微软雅黑" panose="020B0503020204020204" charset="-122"/>
                <a:sym typeface="+mn-ea"/>
              </a:rPr>
              <a:t>[9]</a:t>
            </a:r>
            <a:endParaRPr lang="zh-CN" altLang="en-US" b="1"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dirty="0">
                <a:solidFill>
                  <a:schemeClr val="tx1"/>
                </a:solidFill>
                <a:latin typeface="微软雅黑" panose="020B0503020204020204" charset="-122"/>
                <a:ea typeface="微软雅黑" panose="020B0503020204020204" charset="-122"/>
                <a:sym typeface="+mn-ea"/>
              </a:rPr>
              <a:t>在缺少平面图、三维地图和材料信息的情况下，仅利用稀疏</a:t>
            </a:r>
            <a:r>
              <a:rPr lang="en-US" altLang="zh-CN" sz="1400" dirty="0">
                <a:solidFill>
                  <a:schemeClr val="tx1"/>
                </a:solidFill>
                <a:latin typeface="微软雅黑" panose="020B0503020204020204" charset="-122"/>
                <a:ea typeface="微软雅黑" panose="020B0503020204020204" charset="-122"/>
                <a:sym typeface="+mn-ea"/>
              </a:rPr>
              <a:t>RF</a:t>
            </a:r>
            <a:r>
              <a:rPr lang="zh-CN" altLang="en-US" sz="1400" dirty="0">
                <a:solidFill>
                  <a:schemeClr val="tx1"/>
                </a:solidFill>
                <a:latin typeface="微软雅黑" panose="020B0503020204020204" charset="-122"/>
                <a:ea typeface="微软雅黑" panose="020B0503020204020204" charset="-122"/>
                <a:sym typeface="+mn-ea"/>
              </a:rPr>
              <a:t>测量建立</a:t>
            </a:r>
            <a:r>
              <a:rPr lang="en-US" altLang="zh-CN" sz="1400" dirty="0">
                <a:solidFill>
                  <a:schemeClr val="tx1"/>
                </a:solidFill>
                <a:latin typeface="微软雅黑" panose="020B0503020204020204" charset="-122"/>
                <a:ea typeface="微软雅黑" panose="020B0503020204020204" charset="-122"/>
                <a:sym typeface="+mn-ea"/>
              </a:rPr>
              <a:t>Radio Map。</a:t>
            </a:r>
            <a:endParaRPr lang="en-US" altLang="zh-CN"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研究方法：</a:t>
            </a:r>
            <a:endParaRPr lang="en-US" altLang="zh-CN" sz="1400" b="1"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首先利用</a:t>
            </a:r>
            <a:r>
              <a:rPr lang="zh-CN" altLang="en-US" sz="1400" b="1" dirty="0">
                <a:solidFill>
                  <a:schemeClr val="tx1"/>
                </a:solidFill>
                <a:latin typeface="微软雅黑" panose="020B0503020204020204" charset="-122"/>
                <a:ea typeface="微软雅黑" panose="020B0503020204020204" charset="-122"/>
                <a:sym typeface="+mn-ea"/>
              </a:rPr>
              <a:t>传统路径损耗模型</a:t>
            </a:r>
            <a:r>
              <a:rPr lang="zh-CN" altLang="en-US" sz="1400" dirty="0">
                <a:solidFill>
                  <a:schemeClr val="tx1"/>
                </a:solidFill>
                <a:latin typeface="微软雅黑" panose="020B0503020204020204" charset="-122"/>
                <a:ea typeface="微软雅黑" panose="020B0503020204020204" charset="-122"/>
                <a:sym typeface="+mn-ea"/>
              </a:rPr>
              <a:t>描述信号随传播距离产生的基础衰减；</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使用一组三维各向异性高斯，表示真实环境相对于基础路径损耗模型产生的额外传播偏差；</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根据已有的发射机—接收机测量路径初始化高斯，并依据接收功率预测误差进行端到端优化；</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模型训练完成后，可查询未测位置的接收功率，形成连续</a:t>
            </a:r>
            <a:r>
              <a:rPr lang="en-US" altLang="zh-CN" sz="1400" dirty="0">
                <a:solidFill>
                  <a:schemeClr val="tx1"/>
                </a:solidFill>
                <a:latin typeface="微软雅黑" panose="020B0503020204020204" charset="-122"/>
                <a:ea typeface="微软雅黑" panose="020B0503020204020204" charset="-122"/>
                <a:sym typeface="+mn-ea"/>
              </a:rPr>
              <a:t>Radio Map，</a:t>
            </a:r>
            <a:r>
              <a:rPr lang="zh-CN" altLang="en-US" sz="1400" dirty="0">
                <a:solidFill>
                  <a:schemeClr val="tx1"/>
                </a:solidFill>
                <a:latin typeface="微软雅黑" panose="020B0503020204020204" charset="-122"/>
                <a:ea typeface="微软雅黑" panose="020B0503020204020204" charset="-122"/>
                <a:sym typeface="+mn-ea"/>
              </a:rPr>
              <a:t>也可用于基于无线场的定位。</a:t>
            </a:r>
            <a:endParaRPr lang="en-US" altLang="zh-CN"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dirty="0">
                <a:solidFill>
                  <a:schemeClr val="tx1"/>
                </a:solidFill>
                <a:latin typeface="微软雅黑" panose="020B0503020204020204" charset="-122"/>
                <a:ea typeface="微软雅黑" panose="020B0503020204020204" charset="-122"/>
                <a:sym typeface="+mn-ea"/>
              </a:rPr>
              <a:t>其基本过程为：</a:t>
            </a:r>
            <a:r>
              <a:rPr lang="zh-CN" altLang="en-US" sz="1400" b="1" dirty="0">
                <a:solidFill>
                  <a:schemeClr val="tx1"/>
                </a:solidFill>
                <a:latin typeface="微软雅黑" panose="020B0503020204020204" charset="-122"/>
                <a:ea typeface="微软雅黑" panose="020B0503020204020204" charset="-122"/>
                <a:sym typeface="+mn-ea"/>
              </a:rPr>
              <a:t>基础路径损耗模型＋稀疏</a:t>
            </a:r>
            <a:r>
              <a:rPr lang="en-US" altLang="zh-CN" sz="1400" b="1" dirty="0">
                <a:solidFill>
                  <a:schemeClr val="tx1"/>
                </a:solidFill>
                <a:latin typeface="微软雅黑" panose="020B0503020204020204" charset="-122"/>
                <a:ea typeface="微软雅黑" panose="020B0503020204020204" charset="-122"/>
                <a:sym typeface="+mn-ea"/>
              </a:rPr>
              <a:t>RF</a:t>
            </a:r>
            <a:r>
              <a:rPr lang="zh-CN" altLang="en-US" sz="1400" b="1" dirty="0">
                <a:solidFill>
                  <a:schemeClr val="tx1"/>
                </a:solidFill>
                <a:latin typeface="微软雅黑" panose="020B0503020204020204" charset="-122"/>
                <a:ea typeface="微软雅黑" panose="020B0503020204020204" charset="-122"/>
                <a:sym typeface="+mn-ea"/>
              </a:rPr>
              <a:t>测量 → 学习空间传播偏差 → 重建连续无线场 → 预测未测位置信号</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创新与效果：</a:t>
            </a:r>
            <a:r>
              <a:rPr lang="zh-CN" altLang="en-US" sz="1400" dirty="0">
                <a:solidFill>
                  <a:schemeClr val="tx1"/>
                </a:solidFill>
                <a:latin typeface="微软雅黑" panose="020B0503020204020204" charset="-122"/>
                <a:ea typeface="微软雅黑" panose="020B0503020204020204" charset="-122"/>
                <a:sym typeface="+mn-ea"/>
              </a:rPr>
              <a:t>将</a:t>
            </a:r>
            <a:r>
              <a:rPr lang="zh-CN" altLang="en-US" sz="1400" b="1" dirty="0">
                <a:solidFill>
                  <a:schemeClr val="tx1"/>
                </a:solidFill>
                <a:latin typeface="微软雅黑" panose="020B0503020204020204" charset="-122"/>
                <a:ea typeface="微软雅黑" panose="020B0503020204020204" charset="-122"/>
                <a:sym typeface="+mn-ea"/>
              </a:rPr>
              <a:t>传统传播模型与3</a:t>
            </a:r>
            <a:r>
              <a:rPr lang="en-US" altLang="zh-CN" sz="1400" b="1" dirty="0">
                <a:solidFill>
                  <a:schemeClr val="tx1"/>
                </a:solidFill>
                <a:latin typeface="微软雅黑" panose="020B0503020204020204" charset="-122"/>
                <a:ea typeface="微软雅黑" panose="020B0503020204020204" charset="-122"/>
                <a:sym typeface="+mn-ea"/>
              </a:rPr>
              <a:t>D Gaussian</a:t>
            </a:r>
            <a:r>
              <a:rPr lang="zh-CN" altLang="en-US" sz="1400" b="1" dirty="0">
                <a:solidFill>
                  <a:schemeClr val="tx1"/>
                </a:solidFill>
                <a:latin typeface="微软雅黑" panose="020B0503020204020204" charset="-122"/>
                <a:ea typeface="微软雅黑" panose="020B0503020204020204" charset="-122"/>
                <a:sym typeface="+mn-ea"/>
              </a:rPr>
              <a:t>结合</a:t>
            </a:r>
            <a:r>
              <a:rPr lang="zh-CN" altLang="en-US" sz="1400" dirty="0">
                <a:solidFill>
                  <a:schemeClr val="tx1"/>
                </a:solidFill>
                <a:latin typeface="微软雅黑" panose="020B0503020204020204" charset="-122"/>
                <a:ea typeface="微软雅黑" panose="020B0503020204020204" charset="-122"/>
                <a:sym typeface="+mn-ea"/>
              </a:rPr>
              <a:t>，降低对完整地图和密集测量的依赖。在真实室外路测中，当测量点间隔达到300米时，预测</a:t>
            </a:r>
            <a:r>
              <a:rPr lang="en-US" altLang="zh-CN" sz="1400" dirty="0">
                <a:solidFill>
                  <a:schemeClr val="tx1"/>
                </a:solidFill>
                <a:latin typeface="微软雅黑" panose="020B0503020204020204" charset="-122"/>
                <a:ea typeface="微软雅黑" panose="020B0503020204020204" charset="-122"/>
                <a:sym typeface="+mn-ea"/>
              </a:rPr>
              <a:t>RMSE</a:t>
            </a:r>
            <a:r>
              <a:rPr lang="zh-CN" altLang="en-US" sz="1400" dirty="0">
                <a:solidFill>
                  <a:schemeClr val="tx1"/>
                </a:solidFill>
                <a:latin typeface="微软雅黑" panose="020B0503020204020204" charset="-122"/>
                <a:ea typeface="微软雅黑" panose="020B0503020204020204" charset="-122"/>
                <a:sym typeface="+mn-ea"/>
              </a:rPr>
              <a:t>为 5.38 </a:t>
            </a:r>
            <a:r>
              <a:rPr lang="en-US" altLang="zh-CN" sz="1400" dirty="0">
                <a:solidFill>
                  <a:schemeClr val="tx1"/>
                </a:solidFill>
                <a:latin typeface="微软雅黑" panose="020B0503020204020204" charset="-122"/>
                <a:ea typeface="微软雅黑" panose="020B0503020204020204" charset="-122"/>
                <a:sym typeface="+mn-ea"/>
              </a:rPr>
              <a:t>dB；</a:t>
            </a:r>
            <a:r>
              <a:rPr lang="zh-CN" altLang="en-US" sz="1400" dirty="0">
                <a:solidFill>
                  <a:schemeClr val="tx1"/>
                </a:solidFill>
                <a:latin typeface="微软雅黑" panose="020B0503020204020204" charset="-122"/>
                <a:ea typeface="微软雅黑" panose="020B0503020204020204" charset="-122"/>
                <a:sym typeface="+mn-ea"/>
              </a:rPr>
              <a:t>在室内</a:t>
            </a:r>
            <a:r>
              <a:rPr lang="en-US" altLang="zh-CN" sz="1400" dirty="0">
                <a:solidFill>
                  <a:schemeClr val="tx1"/>
                </a:solidFill>
                <a:latin typeface="微软雅黑" panose="020B0503020204020204" charset="-122"/>
                <a:ea typeface="微软雅黑" panose="020B0503020204020204" charset="-122"/>
                <a:sym typeface="+mn-ea"/>
              </a:rPr>
              <a:t>BLE</a:t>
            </a:r>
            <a:r>
              <a:rPr lang="zh-CN" altLang="en-US" sz="1400" dirty="0">
                <a:solidFill>
                  <a:schemeClr val="tx1"/>
                </a:solidFill>
                <a:latin typeface="微软雅黑" panose="020B0503020204020204" charset="-122"/>
                <a:ea typeface="微软雅黑" panose="020B0503020204020204" charset="-122"/>
                <a:sym typeface="+mn-ea"/>
              </a:rPr>
              <a:t>数据上的平均定位误差为 0.19米。</a:t>
            </a:r>
            <a:endParaRPr lang="zh-CN" altLang="en-US" sz="1400" b="1"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成熟度：</a:t>
            </a:r>
            <a:r>
              <a:rPr lang="zh-CN" altLang="en-US" sz="1400" dirty="0">
                <a:solidFill>
                  <a:schemeClr val="tx1"/>
                </a:solidFill>
                <a:latin typeface="微软雅黑" panose="020B0503020204020204" charset="-122"/>
                <a:ea typeface="微软雅黑" panose="020B0503020204020204" charset="-122"/>
                <a:sym typeface="+mn-ea"/>
              </a:rPr>
              <a:t>已</a:t>
            </a:r>
            <a:r>
              <a:rPr lang="zh-CN" altLang="en-US" sz="1400" b="1" dirty="0">
                <a:solidFill>
                  <a:schemeClr val="tx1"/>
                </a:solidFill>
                <a:latin typeface="微软雅黑" panose="020B0503020204020204" charset="-122"/>
                <a:ea typeface="微软雅黑" panose="020B0503020204020204" charset="-122"/>
                <a:sym typeface="+mn-ea"/>
              </a:rPr>
              <a:t>使用真实数据完成离线验证</a:t>
            </a:r>
            <a:r>
              <a:rPr lang="zh-CN" altLang="en-US" sz="1400" dirty="0">
                <a:solidFill>
                  <a:schemeClr val="tx1"/>
                </a:solidFill>
                <a:latin typeface="微软雅黑" panose="020B0503020204020204" charset="-122"/>
                <a:ea typeface="微软雅黑" panose="020B0503020204020204" charset="-122"/>
                <a:sym typeface="+mn-ea"/>
              </a:rPr>
              <a:t>，但尚未发现完整开源代码。</a:t>
            </a:r>
            <a:endParaRPr lang="zh-CN" altLang="en-US" sz="1400" dirty="0">
              <a:solidFill>
                <a:schemeClr val="tx1"/>
              </a:solidFill>
              <a:latin typeface="微软雅黑" panose="020B0503020204020204" charset="-122"/>
              <a:ea typeface="微软雅黑" panose="020B0503020204020204" charset="-122"/>
              <a:sym typeface="+mn-ea"/>
            </a:endParaRPr>
          </a:p>
        </p:txBody>
      </p:sp>
      <p:sp>
        <p:nvSpPr>
          <p:cNvPr id="3" name="文本框 2"/>
          <p:cNvSpPr txBox="1"/>
          <p:nvPr/>
        </p:nvSpPr>
        <p:spPr>
          <a:xfrm>
            <a:off x="5946140" y="1020445"/>
            <a:ext cx="5906135" cy="5110480"/>
          </a:xfrm>
          <a:prstGeom prst="rect">
            <a:avLst/>
          </a:prstGeom>
          <a:noFill/>
          <a:ln>
            <a:noFill/>
          </a:ln>
        </p:spPr>
        <p:txBody>
          <a:bodyPr wrap="square" rtlCol="0" anchor="t">
            <a:noAutofit/>
          </a:bodyPr>
          <a:p>
            <a:pPr indent="0">
              <a:lnSpc>
                <a:spcPct val="130000"/>
              </a:lnSpc>
              <a:buFont typeface="Arial" panose="020B0604020202020204" pitchFamily="34" charset="0"/>
              <a:buNone/>
            </a:pPr>
            <a:r>
              <a:rPr lang="en-US" altLang="zh-CN" b="1" dirty="0">
                <a:solidFill>
                  <a:schemeClr val="tx1"/>
                </a:solidFill>
                <a:latin typeface="微软雅黑" panose="020B0503020204020204" charset="-122"/>
                <a:ea typeface="微软雅黑" panose="020B0503020204020204" charset="-122"/>
                <a:sym typeface="+mn-ea"/>
              </a:rPr>
              <a:t>2</a:t>
            </a:r>
            <a:r>
              <a:rPr lang="zh-CN" altLang="en-US" b="1" dirty="0">
                <a:solidFill>
                  <a:schemeClr val="tx1"/>
                </a:solidFill>
                <a:latin typeface="微软雅黑" panose="020B0503020204020204" charset="-122"/>
                <a:ea typeface="微软雅黑" panose="020B0503020204020204" charset="-122"/>
                <a:sym typeface="+mn-ea"/>
              </a:rPr>
              <a:t>. </a:t>
            </a:r>
            <a:r>
              <a:rPr lang="en-US" altLang="zh-CN" b="1" dirty="0">
                <a:solidFill>
                  <a:schemeClr val="tx1"/>
                </a:solidFill>
                <a:latin typeface="微软雅黑" panose="020B0503020204020204" charset="-122"/>
                <a:ea typeface="微软雅黑" panose="020B0503020204020204" charset="-122"/>
                <a:sym typeface="+mn-ea"/>
              </a:rPr>
              <a:t>Radio Map</a:t>
            </a:r>
            <a:r>
              <a:rPr lang="zh-CN" altLang="en-US" b="1" dirty="0">
                <a:solidFill>
                  <a:schemeClr val="tx1"/>
                </a:solidFill>
                <a:latin typeface="微软雅黑" panose="020B0503020204020204" charset="-122"/>
                <a:ea typeface="微软雅黑" panose="020B0503020204020204" charset="-122"/>
                <a:sym typeface="+mn-ea"/>
              </a:rPr>
              <a:t>在线适配：环境变化后更新已有模型</a:t>
            </a:r>
            <a:r>
              <a:rPr lang="zh-CN" altLang="en-US" b="1" baseline="30000" dirty="0">
                <a:solidFill>
                  <a:schemeClr val="tx1"/>
                </a:solidFill>
                <a:latin typeface="微软雅黑" panose="020B0503020204020204" charset="-122"/>
                <a:ea typeface="微软雅黑" panose="020B0503020204020204" charset="-122"/>
                <a:sym typeface="+mn-ea"/>
              </a:rPr>
              <a:t>[10]</a:t>
            </a:r>
            <a:endParaRPr lang="zh-CN" altLang="en-US" b="1" baseline="300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dirty="0">
                <a:solidFill>
                  <a:schemeClr val="tx1"/>
                </a:solidFill>
                <a:latin typeface="微软雅黑" panose="020B0503020204020204" charset="-122"/>
                <a:ea typeface="微软雅黑" panose="020B0503020204020204" charset="-122"/>
                <a:sym typeface="+mn-ea"/>
              </a:rPr>
              <a:t>该研究的前提是</a:t>
            </a:r>
            <a:r>
              <a:rPr lang="zh-CN" altLang="en-US" sz="1400" b="1" dirty="0">
                <a:solidFill>
                  <a:schemeClr val="tx1"/>
                </a:solidFill>
                <a:latin typeface="微软雅黑" panose="020B0503020204020204" charset="-122"/>
                <a:ea typeface="微软雅黑" panose="020B0503020204020204" charset="-122"/>
                <a:sym typeface="+mn-ea"/>
              </a:rPr>
              <a:t>已经具备初始</a:t>
            </a:r>
            <a:r>
              <a:rPr lang="en-US" altLang="zh-CN" sz="1400" b="1" dirty="0">
                <a:solidFill>
                  <a:schemeClr val="tx1"/>
                </a:solidFill>
                <a:latin typeface="微软雅黑" panose="020B0503020204020204" charset="-122"/>
                <a:ea typeface="微软雅黑" panose="020B0503020204020204" charset="-122"/>
                <a:sym typeface="+mn-ea"/>
              </a:rPr>
              <a:t>Radio Map</a:t>
            </a:r>
            <a:r>
              <a:rPr lang="en-US" altLang="zh-CN" sz="1400" dirty="0">
                <a:solidFill>
                  <a:schemeClr val="tx1"/>
                </a:solidFill>
                <a:latin typeface="微软雅黑" panose="020B0503020204020204" charset="-122"/>
                <a:ea typeface="微软雅黑" panose="020B0503020204020204" charset="-122"/>
                <a:sym typeface="+mn-ea"/>
              </a:rPr>
              <a:t>。</a:t>
            </a:r>
            <a:r>
              <a:rPr lang="zh-CN" altLang="en-US" sz="1400" dirty="0">
                <a:solidFill>
                  <a:schemeClr val="tx1"/>
                </a:solidFill>
                <a:latin typeface="微软雅黑" panose="020B0503020204020204" charset="-122"/>
                <a:ea typeface="微软雅黑" panose="020B0503020204020204" charset="-122"/>
                <a:sym typeface="+mn-ea"/>
              </a:rPr>
              <a:t>当遮挡物、设备位置或传播条件发生变化时，利用新测量持续更新模型。</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研究方法：</a:t>
            </a:r>
            <a:endParaRPr lang="en-US" altLang="zh-CN" sz="1400" b="1"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首先利用历史数据训练</a:t>
            </a:r>
            <a:r>
              <a:rPr lang="en-US" altLang="zh-CN" sz="1400" dirty="0">
                <a:solidFill>
                  <a:schemeClr val="tx1"/>
                </a:solidFill>
                <a:latin typeface="微软雅黑" panose="020B0503020204020204" charset="-122"/>
                <a:ea typeface="微软雅黑" panose="020B0503020204020204" charset="-122"/>
                <a:sym typeface="+mn-ea"/>
              </a:rPr>
              <a:t>Radio Map</a:t>
            </a:r>
            <a:r>
              <a:rPr lang="zh-CN" altLang="en-US" sz="1400" dirty="0">
                <a:solidFill>
                  <a:schemeClr val="tx1"/>
                </a:solidFill>
                <a:latin typeface="微软雅黑" panose="020B0503020204020204" charset="-122"/>
                <a:ea typeface="微软雅黑" panose="020B0503020204020204" charset="-122"/>
                <a:sym typeface="+mn-ea"/>
              </a:rPr>
              <a:t>预测模型；</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部署后持续获得新的无线测量，并在模型推理阶段进行</a:t>
            </a:r>
            <a:r>
              <a:rPr lang="zh-CN" altLang="en-US" sz="1400" b="1" dirty="0">
                <a:solidFill>
                  <a:schemeClr val="tx1"/>
                </a:solidFill>
                <a:latin typeface="微软雅黑" panose="020B0503020204020204" charset="-122"/>
                <a:ea typeface="微软雅黑" panose="020B0503020204020204" charset="-122"/>
                <a:sym typeface="+mn-ea"/>
              </a:rPr>
              <a:t>测试时适配（</a:t>
            </a:r>
            <a:r>
              <a:rPr lang="en-US" altLang="zh-CN" sz="1400" b="1" dirty="0">
                <a:solidFill>
                  <a:schemeClr val="tx1"/>
                </a:solidFill>
                <a:latin typeface="微软雅黑" panose="020B0503020204020204" charset="-122"/>
                <a:ea typeface="微软雅黑" panose="020B0503020204020204" charset="-122"/>
                <a:sym typeface="+mn-ea"/>
              </a:rPr>
              <a:t>Test-Time Adaptation，TTA）</a:t>
            </a:r>
            <a:r>
              <a:rPr lang="zh-CN" altLang="en-US" sz="1400" dirty="0">
                <a:solidFill>
                  <a:schemeClr val="tx1"/>
                </a:solidFill>
                <a:latin typeface="微软雅黑" panose="020B0503020204020204" charset="-122"/>
                <a:ea typeface="微软雅黑" panose="020B0503020204020204" charset="-122"/>
                <a:sym typeface="+mn-ea"/>
              </a:rPr>
              <a:t>；</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根据当前数据与原始训练分布之间的变化程度，</a:t>
            </a:r>
            <a:r>
              <a:rPr lang="zh-CN" altLang="en-US" sz="1400" b="1" dirty="0">
                <a:solidFill>
                  <a:schemeClr val="tx1"/>
                </a:solidFill>
                <a:latin typeface="微软雅黑" panose="020B0503020204020204" charset="-122"/>
                <a:ea typeface="微软雅黑" panose="020B0503020204020204" charset="-122"/>
                <a:sym typeface="+mn-ea"/>
              </a:rPr>
              <a:t>动态调整模型更新的学习率</a:t>
            </a:r>
            <a:r>
              <a:rPr lang="zh-CN" altLang="en-US" sz="1400" dirty="0">
                <a:solidFill>
                  <a:schemeClr val="tx1"/>
                </a:solidFill>
                <a:latin typeface="微软雅黑" panose="020B0503020204020204" charset="-122"/>
                <a:ea typeface="微软雅黑" panose="020B0503020204020204" charset="-122"/>
                <a:sym typeface="+mn-ea"/>
              </a:rPr>
              <a:t>。环境变化较小时采用较小学习率，避免模型因少量噪声产生过度更新；变化较大时提高学习率，加快模型对新环境的适配。</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dirty="0">
                <a:solidFill>
                  <a:schemeClr val="tx1"/>
                </a:solidFill>
                <a:latin typeface="微软雅黑" panose="020B0503020204020204" charset="-122"/>
                <a:ea typeface="微软雅黑" panose="020B0503020204020204" charset="-122"/>
                <a:sym typeface="+mn-ea"/>
              </a:rPr>
              <a:t>其基本过程为：</a:t>
            </a:r>
            <a:r>
              <a:rPr lang="zh-CN" altLang="en-US" sz="1400" b="1" dirty="0">
                <a:solidFill>
                  <a:schemeClr val="tx1"/>
                </a:solidFill>
                <a:latin typeface="微软雅黑" panose="020B0503020204020204" charset="-122"/>
                <a:ea typeface="微软雅黑" panose="020B0503020204020204" charset="-122"/>
                <a:sym typeface="+mn-ea"/>
              </a:rPr>
              <a:t>已有</a:t>
            </a:r>
            <a:r>
              <a:rPr lang="en-US" altLang="zh-CN" sz="1400" b="1" dirty="0">
                <a:solidFill>
                  <a:schemeClr val="tx1"/>
                </a:solidFill>
                <a:latin typeface="微软雅黑" panose="020B0503020204020204" charset="-122"/>
                <a:ea typeface="微软雅黑" panose="020B0503020204020204" charset="-122"/>
                <a:sym typeface="+mn-ea"/>
              </a:rPr>
              <a:t>Radio Map → </a:t>
            </a:r>
            <a:r>
              <a:rPr lang="zh-CN" altLang="en-US" sz="1400" b="1" dirty="0">
                <a:solidFill>
                  <a:schemeClr val="tx1"/>
                </a:solidFill>
                <a:latin typeface="微软雅黑" panose="020B0503020204020204" charset="-122"/>
                <a:ea typeface="微软雅黑" panose="020B0503020204020204" charset="-122"/>
                <a:sym typeface="+mn-ea"/>
              </a:rPr>
              <a:t>获取新环境测量 → 判断环境变化程度 → 动态调整学习率 → 更新</a:t>
            </a:r>
            <a:r>
              <a:rPr lang="en-US" altLang="zh-CN" sz="1400" b="1" dirty="0">
                <a:solidFill>
                  <a:schemeClr val="tx1"/>
                </a:solidFill>
                <a:latin typeface="微软雅黑" panose="020B0503020204020204" charset="-122"/>
                <a:ea typeface="微软雅黑" panose="020B0503020204020204" charset="-122"/>
                <a:sym typeface="+mn-ea"/>
              </a:rPr>
              <a:t>Radio Map</a:t>
            </a:r>
            <a:r>
              <a:rPr lang="zh-CN" altLang="en-US" sz="1400" b="1" dirty="0">
                <a:solidFill>
                  <a:schemeClr val="tx1"/>
                </a:solidFill>
                <a:latin typeface="微软雅黑" panose="020B0503020204020204" charset="-122"/>
                <a:ea typeface="微软雅黑" panose="020B0503020204020204" charset="-122"/>
                <a:sym typeface="+mn-ea"/>
              </a:rPr>
              <a:t>模型</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创新与价值：</a:t>
            </a:r>
            <a:r>
              <a:rPr lang="zh-CN" altLang="en-US" sz="1400" dirty="0">
                <a:solidFill>
                  <a:schemeClr val="tx1"/>
                </a:solidFill>
                <a:latin typeface="微软雅黑" panose="020B0503020204020204" charset="-122"/>
                <a:ea typeface="微软雅黑" panose="020B0503020204020204" charset="-122"/>
                <a:sym typeface="+mn-ea"/>
              </a:rPr>
              <a:t>研究重点由“如何建立</a:t>
            </a:r>
            <a:r>
              <a:rPr lang="en-US" altLang="zh-CN" sz="1400" dirty="0">
                <a:solidFill>
                  <a:schemeClr val="tx1"/>
                </a:solidFill>
                <a:latin typeface="微软雅黑" panose="020B0503020204020204" charset="-122"/>
                <a:ea typeface="微软雅黑" panose="020B0503020204020204" charset="-122"/>
                <a:sym typeface="+mn-ea"/>
              </a:rPr>
              <a:t>Radio Map”</a:t>
            </a:r>
            <a:r>
              <a:rPr lang="zh-CN" altLang="en-US" sz="1400" dirty="0">
                <a:solidFill>
                  <a:schemeClr val="tx1"/>
                </a:solidFill>
                <a:latin typeface="微软雅黑" panose="020B0503020204020204" charset="-122"/>
                <a:ea typeface="微软雅黑" panose="020B0503020204020204" charset="-122"/>
                <a:sym typeface="+mn-ea"/>
              </a:rPr>
              <a:t>扩展到“</a:t>
            </a:r>
            <a:r>
              <a:rPr lang="zh-CN" altLang="en-US" sz="1400" b="1" dirty="0">
                <a:solidFill>
                  <a:schemeClr val="tx1"/>
                </a:solidFill>
                <a:latin typeface="微软雅黑" panose="020B0503020204020204" charset="-122"/>
                <a:ea typeface="微软雅黑" panose="020B0503020204020204" charset="-122"/>
                <a:sym typeface="+mn-ea"/>
              </a:rPr>
              <a:t>如何长期维护</a:t>
            </a:r>
            <a:r>
              <a:rPr lang="en-US" altLang="zh-CN" sz="1400" b="1" dirty="0">
                <a:solidFill>
                  <a:schemeClr val="tx1"/>
                </a:solidFill>
                <a:latin typeface="微软雅黑" panose="020B0503020204020204" charset="-122"/>
                <a:ea typeface="微软雅黑" panose="020B0503020204020204" charset="-122"/>
                <a:sym typeface="+mn-ea"/>
              </a:rPr>
              <a:t>Radio Map</a:t>
            </a:r>
            <a:r>
              <a:rPr lang="en-US" altLang="zh-CN" sz="1400" dirty="0">
                <a:solidFill>
                  <a:schemeClr val="tx1"/>
                </a:solidFill>
                <a:latin typeface="微软雅黑" panose="020B0503020204020204" charset="-122"/>
                <a:ea typeface="微软雅黑" panose="020B0503020204020204" charset="-122"/>
                <a:sym typeface="+mn-ea"/>
              </a:rPr>
              <a:t>”，</a:t>
            </a:r>
            <a:r>
              <a:rPr lang="zh-CN" altLang="en-US" sz="1400" dirty="0">
                <a:solidFill>
                  <a:schemeClr val="tx1"/>
                </a:solidFill>
                <a:latin typeface="微软雅黑" panose="020B0503020204020204" charset="-122"/>
                <a:ea typeface="微软雅黑" panose="020B0503020204020204" charset="-122"/>
                <a:sym typeface="+mn-ea"/>
              </a:rPr>
              <a:t>动态学习率适配在不同分布变化条件下优于不更新或固定学习率方法。</a:t>
            </a:r>
            <a:endParaRPr lang="zh-CN" altLang="en-US" sz="1400" b="1"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成熟度：</a:t>
            </a:r>
            <a:r>
              <a:rPr lang="zh-CN" altLang="en-US" sz="1400" dirty="0">
                <a:solidFill>
                  <a:schemeClr val="tx1"/>
                </a:solidFill>
                <a:latin typeface="微软雅黑" panose="020B0503020204020204" charset="-122"/>
                <a:ea typeface="微软雅黑" panose="020B0503020204020204" charset="-122"/>
                <a:sym typeface="+mn-ea"/>
              </a:rPr>
              <a:t>论文已</a:t>
            </a:r>
            <a:r>
              <a:rPr lang="zh-CN" altLang="en-US" sz="1400" b="1" dirty="0">
                <a:solidFill>
                  <a:schemeClr val="tx1"/>
                </a:solidFill>
                <a:latin typeface="微软雅黑" panose="020B0503020204020204" charset="-122"/>
                <a:ea typeface="微软雅黑" panose="020B0503020204020204" charset="-122"/>
                <a:sym typeface="+mn-ea"/>
              </a:rPr>
              <a:t>公开代码</a:t>
            </a:r>
            <a:r>
              <a:rPr lang="zh-CN" altLang="en-US" sz="1400" dirty="0">
                <a:solidFill>
                  <a:schemeClr val="tx1"/>
                </a:solidFill>
                <a:latin typeface="微软雅黑" panose="020B0503020204020204" charset="-122"/>
                <a:ea typeface="微软雅黑" panose="020B0503020204020204" charset="-122"/>
                <a:sym typeface="+mn-ea"/>
              </a:rPr>
              <a:t>，复现条件较好；但主要是公开数据集上的离线验证，尚</a:t>
            </a:r>
            <a:r>
              <a:rPr lang="zh-CN" altLang="en-US" sz="1400" b="1" dirty="0">
                <a:solidFill>
                  <a:schemeClr val="tx1"/>
                </a:solidFill>
                <a:latin typeface="微软雅黑" panose="020B0503020204020204" charset="-122"/>
                <a:ea typeface="微软雅黑" panose="020B0503020204020204" charset="-122"/>
                <a:sym typeface="+mn-ea"/>
              </a:rPr>
              <a:t>未经过真实网络的长期在线运行验证</a:t>
            </a:r>
            <a:r>
              <a:rPr lang="zh-CN" altLang="en-US" sz="1400" dirty="0">
                <a:solidFill>
                  <a:schemeClr val="tx1"/>
                </a:solidFill>
                <a:latin typeface="微软雅黑" panose="020B0503020204020204" charset="-122"/>
                <a:ea typeface="微软雅黑" panose="020B0503020204020204" charset="-122"/>
                <a:sym typeface="+mn-ea"/>
              </a:rPr>
              <a:t>。</a:t>
            </a:r>
            <a:endParaRPr lang="zh-CN" altLang="en-US" sz="1400" dirty="0">
              <a:solidFill>
                <a:schemeClr val="tx1"/>
              </a:solidFill>
              <a:latin typeface="微软雅黑" panose="020B0503020204020204" charset="-122"/>
              <a:ea typeface="微软雅黑" panose="020B0503020204020204"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87" name=""/>
        <p:cNvGrpSpPr/>
        <p:nvPr/>
      </p:nvGrpSpPr>
      <p:grpSpPr>
        <a:xfrm>
          <a:off x="0" y="0"/>
          <a:ext cx="0" cy="0"/>
          <a:chOff x="0" y="0"/>
          <a:chExt cx="0" cy="0"/>
        </a:xfrm>
      </p:grpSpPr>
      <p:sp>
        <p:nvSpPr>
          <p:cNvPr id="88" name="标题 1"/>
          <p:cNvSpPr>
            <a:spLocks noGrp="1"/>
          </p:cNvSpPr>
          <p:nvPr>
            <p:ph type="title"/>
          </p:nvPr>
        </p:nvSpPr>
        <p:spPr>
          <a:xfrm>
            <a:off x="565150" y="339090"/>
            <a:ext cx="10309225" cy="612775"/>
          </a:xfrm>
        </p:spPr>
        <p:txBody>
          <a:bodyPr>
            <a:noAutofit/>
          </a:bodyPr>
          <a:lstStyle/>
          <a:p>
            <a:r>
              <a:rPr lang="zh-CN" altLang="en-US" sz="2800" b="1" dirty="0">
                <a:latin typeface="微软雅黑" panose="020B0503020204020204" charset="-122"/>
                <a:ea typeface="微软雅黑" panose="020B0503020204020204" charset="-122"/>
                <a:sym typeface="+mn-ea"/>
              </a:rPr>
              <a:t>方向四</a:t>
            </a:r>
            <a:r>
              <a:rPr lang="en-US" altLang="zh-CN" sz="2800" b="1" dirty="0">
                <a:latin typeface="微软雅黑" panose="020B0503020204020204" charset="-122"/>
                <a:ea typeface="微软雅黑" panose="020B0503020204020204" charset="-122"/>
                <a:sym typeface="+mn-ea"/>
              </a:rPr>
              <a:t> | </a:t>
            </a:r>
            <a:r>
              <a:rPr lang="zh-CN" altLang="en-US" sz="2800" b="1" dirty="0">
                <a:latin typeface="微软雅黑" panose="020B0503020204020204" charset="-122"/>
                <a:ea typeface="微软雅黑" panose="020B0503020204020204" charset="-122"/>
                <a:sym typeface="+mn-ea"/>
              </a:rPr>
              <a:t>卫星场景中的智能通信与鲁棒定位</a:t>
            </a:r>
            <a:endParaRPr lang="zh-CN" altLang="en-US" sz="2800" b="1" dirty="0">
              <a:latin typeface="微软雅黑" panose="020B0503020204020204" charset="-122"/>
              <a:ea typeface="微软雅黑" panose="020B0503020204020204" charset="-122"/>
              <a:sym typeface="+mn-ea"/>
            </a:endParaRPr>
          </a:p>
        </p:txBody>
      </p:sp>
      <p:sp>
        <p:nvSpPr>
          <p:cNvPr id="4" name="文本框 3"/>
          <p:cNvSpPr txBox="1"/>
          <p:nvPr/>
        </p:nvSpPr>
        <p:spPr>
          <a:xfrm>
            <a:off x="337820" y="6205855"/>
            <a:ext cx="11514455" cy="291465"/>
          </a:xfrm>
          <a:prstGeom prst="rect">
            <a:avLst/>
          </a:prstGeom>
          <a:noFill/>
        </p:spPr>
        <p:txBody>
          <a:bodyPr wrap="square" lIns="0" tIns="0" rIns="0" bIns="0" rtlCol="0">
            <a:noAutofit/>
          </a:bodyPr>
          <a:p>
            <a:pPr>
              <a:lnSpc>
                <a:spcPct val="100000"/>
              </a:lnSpc>
              <a:spcAft>
                <a:spcPts val="300"/>
              </a:spcAft>
            </a:pPr>
            <a:r>
              <a:rPr lang="en-US" altLang="zh-CN" sz="1000" dirty="0" smtClean="0">
                <a:solidFill>
                  <a:schemeClr val="tx1"/>
                </a:solidFill>
                <a:latin typeface="微软雅黑" panose="020B0503020204020204" charset="-122"/>
                <a:ea typeface="微软雅黑" panose="020B0503020204020204" charset="-122"/>
              </a:rPr>
              <a:t>[11] K. Park et al., “Joint Optimization of Handoff and Video Rate in LEO Satellite Networks,” IEEE INFOCOM, 2026.</a:t>
            </a:r>
            <a:endParaRPr lang="en-US" altLang="zh-CN" sz="1000" dirty="0" smtClean="0">
              <a:solidFill>
                <a:schemeClr val="tx1"/>
              </a:solidFill>
              <a:latin typeface="微软雅黑" panose="020B0503020204020204" charset="-122"/>
              <a:ea typeface="微软雅黑" panose="020B0503020204020204" charset="-122"/>
            </a:endParaRPr>
          </a:p>
          <a:p>
            <a:pPr>
              <a:lnSpc>
                <a:spcPct val="100000"/>
              </a:lnSpc>
              <a:spcAft>
                <a:spcPts val="300"/>
              </a:spcAft>
            </a:pPr>
            <a:r>
              <a:rPr lang="en-US" altLang="zh-CN" sz="1000" dirty="0" smtClean="0">
                <a:solidFill>
                  <a:schemeClr val="tx1"/>
                </a:solidFill>
                <a:latin typeface="微软雅黑" panose="020B0503020204020204" charset="-122"/>
                <a:ea typeface="微软雅黑" panose="020B0503020204020204" charset="-122"/>
              </a:rPr>
              <a:t>[12] J. Lou and R. Zhang, “LF-GNSS: Towards More Robust Satellite Positioning with a Hard Example Mining Enhanced Learning-Filtering Deep Fusion Framework,” 2025.</a:t>
            </a:r>
            <a:endParaRPr lang="en-US" altLang="zh-CN" sz="1000" dirty="0" smtClean="0">
              <a:solidFill>
                <a:schemeClr val="tx1"/>
              </a:solidFill>
              <a:latin typeface="微软雅黑" panose="020B0503020204020204" charset="-122"/>
              <a:ea typeface="微软雅黑" panose="020B0503020204020204" charset="-122"/>
            </a:endParaRPr>
          </a:p>
        </p:txBody>
      </p:sp>
      <p:sp>
        <p:nvSpPr>
          <p:cNvPr id="2" name="文本框 5"/>
          <p:cNvSpPr txBox="1"/>
          <p:nvPr/>
        </p:nvSpPr>
        <p:spPr>
          <a:xfrm>
            <a:off x="205105" y="952500"/>
            <a:ext cx="5930900" cy="5178425"/>
          </a:xfrm>
          <a:prstGeom prst="rect">
            <a:avLst/>
          </a:prstGeom>
          <a:noFill/>
          <a:ln>
            <a:noFill/>
          </a:ln>
        </p:spPr>
        <p:txBody>
          <a:bodyPr wrap="square" rtlCol="0" anchor="t">
            <a:noAutofit/>
          </a:bodyPr>
          <a:p>
            <a:pPr indent="0">
              <a:lnSpc>
                <a:spcPct val="130000"/>
              </a:lnSpc>
              <a:buFont typeface="Arial" panose="020B0604020202020204" pitchFamily="34" charset="0"/>
              <a:buNone/>
            </a:pPr>
            <a:r>
              <a:rPr lang="en-US" altLang="zh-CN" b="1" dirty="0">
                <a:solidFill>
                  <a:schemeClr val="tx1"/>
                </a:solidFill>
                <a:latin typeface="微软雅黑" panose="020B0503020204020204" charset="-122"/>
                <a:ea typeface="微软雅黑" panose="020B0503020204020204" charset="-122"/>
                <a:sym typeface="+mn-ea"/>
              </a:rPr>
              <a:t>1</a:t>
            </a:r>
            <a:r>
              <a:rPr lang="zh-CN" altLang="en-US" b="1" dirty="0">
                <a:solidFill>
                  <a:schemeClr val="tx1"/>
                </a:solidFill>
                <a:latin typeface="微软雅黑" panose="020B0503020204020204" charset="-122"/>
                <a:ea typeface="微软雅黑" panose="020B0503020204020204" charset="-122"/>
                <a:sym typeface="+mn-ea"/>
              </a:rPr>
              <a:t>. </a:t>
            </a:r>
            <a:r>
              <a:rPr lang="en-US" altLang="zh-CN" b="1" dirty="0">
                <a:solidFill>
                  <a:schemeClr val="tx1"/>
                </a:solidFill>
                <a:latin typeface="微软雅黑" panose="020B0503020204020204" charset="-122"/>
                <a:ea typeface="微软雅黑" panose="020B0503020204020204" charset="-122"/>
                <a:sym typeface="+mn-ea"/>
              </a:rPr>
              <a:t>Joint LEO：</a:t>
            </a:r>
            <a:r>
              <a:rPr lang="zh-CN" altLang="en-US" b="1" dirty="0">
                <a:solidFill>
                  <a:schemeClr val="tx1"/>
                </a:solidFill>
                <a:latin typeface="微软雅黑" panose="020B0503020204020204" charset="-122"/>
                <a:ea typeface="微软雅黑" panose="020B0503020204020204" charset="-122"/>
                <a:sym typeface="+mn-ea"/>
              </a:rPr>
              <a:t>联合优化卫星切换与视频码率</a:t>
            </a:r>
            <a:r>
              <a:rPr lang="zh-CN" altLang="en-US" b="1" baseline="30000" dirty="0">
                <a:solidFill>
                  <a:schemeClr val="tx1"/>
                </a:solidFill>
                <a:latin typeface="微软雅黑" panose="020B0503020204020204" charset="-122"/>
                <a:ea typeface="微软雅黑" panose="020B0503020204020204" charset="-122"/>
                <a:sym typeface="+mn-ea"/>
              </a:rPr>
              <a:t>[11]</a:t>
            </a:r>
            <a:endParaRPr lang="zh-CN" altLang="en-US" b="1"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dirty="0">
                <a:solidFill>
                  <a:schemeClr val="tx1"/>
                </a:solidFill>
                <a:latin typeface="微软雅黑" panose="020B0503020204020204" charset="-122"/>
                <a:ea typeface="微软雅黑" panose="020B0503020204020204" charset="-122"/>
                <a:sym typeface="+mn-ea"/>
              </a:rPr>
              <a:t>低轨卫星高速移动，服务卫星需要频繁切换；同时，卫星选择会影响未来吞吐量，视频码率又会影响缓存和卡顿风险。传统方法分别处理切换和码率选择，难以获得整体最优结果。</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研究方法：</a:t>
            </a:r>
            <a:endParaRPr lang="en-US" altLang="zh-CN" sz="1400" b="1"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系统同时感知候选卫星的信号质量、预测吞吐量、剩余可见时间和用户竞争情况；同时考虑视频缓存、上一时刻码率、视频块大小等业务状态；</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模型</a:t>
            </a:r>
            <a:r>
              <a:rPr lang="zh-CN" altLang="en-US" sz="1400" b="1" dirty="0">
                <a:solidFill>
                  <a:schemeClr val="tx1"/>
                </a:solidFill>
                <a:latin typeface="微软雅黑" panose="020B0503020204020204" charset="-122"/>
                <a:ea typeface="微软雅黑" panose="020B0503020204020204" charset="-122"/>
                <a:sym typeface="+mn-ea"/>
              </a:rPr>
              <a:t>一次性输出两个动作：选择哪颗卫星，以及下一个视频块采用什么码率</a:t>
            </a:r>
            <a:r>
              <a:rPr lang="zh-CN" altLang="en-US" sz="1400" dirty="0">
                <a:solidFill>
                  <a:schemeClr val="tx1"/>
                </a:solidFill>
                <a:latin typeface="微软雅黑" panose="020B0503020204020204" charset="-122"/>
                <a:ea typeface="微软雅黑" panose="020B0503020204020204" charset="-122"/>
                <a:sym typeface="+mn-ea"/>
              </a:rPr>
              <a:t>；</a:t>
            </a:r>
            <a:endParaRPr lang="zh-CN" altLang="en-US" sz="1400" b="1"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论文分别设计了基于模型预测控制的</a:t>
            </a:r>
            <a:r>
              <a:rPr lang="en-US" altLang="zh-CN" sz="1400" dirty="0">
                <a:solidFill>
                  <a:schemeClr val="tx1"/>
                </a:solidFill>
                <a:latin typeface="微软雅黑" panose="020B0503020204020204" charset="-122"/>
                <a:ea typeface="微软雅黑" panose="020B0503020204020204" charset="-122"/>
                <a:sym typeface="+mn-ea"/>
              </a:rPr>
              <a:t>Joint MPC</a:t>
            </a:r>
            <a:r>
              <a:rPr lang="zh-CN" altLang="en-US" sz="1400" dirty="0">
                <a:solidFill>
                  <a:schemeClr val="tx1"/>
                </a:solidFill>
                <a:latin typeface="微软雅黑" panose="020B0503020204020204" charset="-122"/>
                <a:ea typeface="微软雅黑" panose="020B0503020204020204" charset="-122"/>
                <a:sym typeface="+mn-ea"/>
              </a:rPr>
              <a:t>和基于强化学习的</a:t>
            </a:r>
            <a:r>
              <a:rPr lang="en-US" altLang="zh-CN" sz="1400" dirty="0">
                <a:solidFill>
                  <a:schemeClr val="tx1"/>
                </a:solidFill>
                <a:latin typeface="微软雅黑" panose="020B0503020204020204" charset="-122"/>
                <a:ea typeface="微软雅黑" panose="020B0503020204020204" charset="-122"/>
                <a:sym typeface="+mn-ea"/>
              </a:rPr>
              <a:t>Joint PPO</a:t>
            </a:r>
            <a:r>
              <a:rPr lang="zh-CN" altLang="en-US" sz="1400" dirty="0">
                <a:solidFill>
                  <a:schemeClr val="tx1"/>
                </a:solidFill>
                <a:latin typeface="微软雅黑" panose="020B0503020204020204" charset="-122"/>
                <a:ea typeface="微软雅黑" panose="020B0503020204020204" charset="-122"/>
                <a:sym typeface="+mn-ea"/>
              </a:rPr>
              <a:t>；</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多用户场景采用</a:t>
            </a:r>
            <a:r>
              <a:rPr lang="zh-CN" altLang="en-US" sz="1400" b="1" dirty="0">
                <a:solidFill>
                  <a:schemeClr val="tx1"/>
                </a:solidFill>
                <a:latin typeface="微软雅黑" panose="020B0503020204020204" charset="-122"/>
                <a:ea typeface="微软雅黑" panose="020B0503020204020204" charset="-122"/>
                <a:sym typeface="+mn-ea"/>
              </a:rPr>
              <a:t>集中训练、分布式推理</a:t>
            </a:r>
            <a:r>
              <a:rPr lang="zh-CN" altLang="en-US" sz="1400" dirty="0">
                <a:solidFill>
                  <a:schemeClr val="tx1"/>
                </a:solidFill>
                <a:latin typeface="微软雅黑" panose="020B0503020204020204" charset="-122"/>
                <a:ea typeface="微软雅黑" panose="020B0503020204020204" charset="-122"/>
                <a:sym typeface="+mn-ea"/>
              </a:rPr>
              <a:t>：训练时利用多用户全局信息，实际决策时每个用户可以独立运行策略。</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创新与效果：</a:t>
            </a:r>
            <a:r>
              <a:rPr lang="zh-CN" altLang="en-US" sz="1400" dirty="0">
                <a:solidFill>
                  <a:schemeClr val="tx1"/>
                </a:solidFill>
                <a:latin typeface="微软雅黑" panose="020B0503020204020204" charset="-122"/>
                <a:ea typeface="微软雅黑" panose="020B0503020204020204" charset="-122"/>
                <a:sym typeface="+mn-ea"/>
              </a:rPr>
              <a:t>将</a:t>
            </a:r>
            <a:r>
              <a:rPr lang="zh-CN" altLang="en-US" sz="1400" b="1" dirty="0">
                <a:solidFill>
                  <a:schemeClr val="tx1"/>
                </a:solidFill>
                <a:latin typeface="微软雅黑" panose="020B0503020204020204" charset="-122"/>
                <a:ea typeface="微软雅黑" panose="020B0503020204020204" charset="-122"/>
                <a:sym typeface="+mn-ea"/>
              </a:rPr>
              <a:t>卫星切换与应用层码率控制联合优化</a:t>
            </a:r>
            <a:r>
              <a:rPr lang="zh-CN" altLang="en-US" sz="1400" dirty="0">
                <a:solidFill>
                  <a:schemeClr val="tx1"/>
                </a:solidFill>
                <a:latin typeface="微软雅黑" panose="020B0503020204020204" charset="-122"/>
                <a:ea typeface="微软雅黑" panose="020B0503020204020204" charset="-122"/>
                <a:sym typeface="+mn-ea"/>
              </a:rPr>
              <a:t>。在真实</a:t>
            </a:r>
            <a:r>
              <a:rPr lang="en-US" altLang="zh-CN" sz="1400" dirty="0">
                <a:solidFill>
                  <a:schemeClr val="tx1"/>
                </a:solidFill>
                <a:latin typeface="微软雅黑" panose="020B0503020204020204" charset="-122"/>
                <a:ea typeface="微软雅黑" panose="020B0503020204020204" charset="-122"/>
                <a:sym typeface="+mn-ea"/>
              </a:rPr>
              <a:t>Starlink</a:t>
            </a:r>
            <a:r>
              <a:rPr lang="zh-CN" altLang="en-US" sz="1400" dirty="0">
                <a:solidFill>
                  <a:schemeClr val="tx1"/>
                </a:solidFill>
                <a:latin typeface="微软雅黑" panose="020B0503020204020204" charset="-122"/>
                <a:ea typeface="微软雅黑" panose="020B0503020204020204" charset="-122"/>
                <a:sym typeface="+mn-ea"/>
              </a:rPr>
              <a:t>吞吐量轨迹实验中，1、5和20个用户场景下的</a:t>
            </a:r>
            <a:r>
              <a:rPr lang="en-US" altLang="zh-CN" sz="1400" dirty="0">
                <a:solidFill>
                  <a:schemeClr val="tx1"/>
                </a:solidFill>
                <a:latin typeface="微软雅黑" panose="020B0503020204020204" charset="-122"/>
                <a:ea typeface="微软雅黑" panose="020B0503020204020204" charset="-122"/>
                <a:sym typeface="+mn-ea"/>
              </a:rPr>
              <a:t>QoE</a:t>
            </a:r>
            <a:r>
              <a:rPr lang="zh-CN" altLang="en-US" sz="1400" dirty="0">
                <a:solidFill>
                  <a:schemeClr val="tx1"/>
                </a:solidFill>
                <a:latin typeface="微软雅黑" panose="020B0503020204020204" charset="-122"/>
                <a:ea typeface="微软雅黑" panose="020B0503020204020204" charset="-122"/>
                <a:sym typeface="+mn-ea"/>
              </a:rPr>
              <a:t>分别提升约 </a:t>
            </a:r>
            <a:r>
              <a:rPr lang="zh-CN" altLang="en-US" sz="1400" b="1" dirty="0">
                <a:solidFill>
                  <a:schemeClr val="tx1"/>
                </a:solidFill>
                <a:latin typeface="微软雅黑" panose="020B0503020204020204" charset="-122"/>
                <a:ea typeface="微软雅黑" panose="020B0503020204020204" charset="-122"/>
                <a:sym typeface="+mn-ea"/>
              </a:rPr>
              <a:t>18%、68%和57%</a:t>
            </a:r>
            <a:r>
              <a:rPr lang="zh-CN" altLang="en-US" sz="1400" dirty="0">
                <a:solidFill>
                  <a:schemeClr val="tx1"/>
                </a:solidFill>
                <a:latin typeface="微软雅黑" panose="020B0503020204020204" charset="-122"/>
                <a:ea typeface="微软雅黑" panose="020B0503020204020204" charset="-122"/>
                <a:sym typeface="+mn-ea"/>
              </a:rPr>
              <a:t>，决策时间低于10毫秒。</a:t>
            </a:r>
            <a:endParaRPr lang="zh-CN" altLang="en-US" sz="1400" b="1"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成熟度：</a:t>
            </a:r>
            <a:r>
              <a:rPr lang="zh-CN" altLang="en-US" sz="1400" dirty="0">
                <a:solidFill>
                  <a:schemeClr val="tx1"/>
                </a:solidFill>
                <a:latin typeface="微软雅黑" panose="020B0503020204020204" charset="-122"/>
                <a:ea typeface="微软雅黑" panose="020B0503020204020204" charset="-122"/>
                <a:sym typeface="+mn-ea"/>
              </a:rPr>
              <a:t>代码和数据已公开，并</a:t>
            </a:r>
            <a:r>
              <a:rPr lang="zh-CN" altLang="en-US" sz="1400" b="1" dirty="0">
                <a:solidFill>
                  <a:schemeClr val="tx1"/>
                </a:solidFill>
                <a:latin typeface="微软雅黑" panose="020B0503020204020204" charset="-122"/>
                <a:ea typeface="微软雅黑" panose="020B0503020204020204" charset="-122"/>
                <a:sym typeface="+mn-ea"/>
              </a:rPr>
              <a:t>完成轨迹驱动仿真和测试床验证</a:t>
            </a:r>
            <a:r>
              <a:rPr lang="zh-CN" altLang="en-US" sz="1400" dirty="0">
                <a:solidFill>
                  <a:schemeClr val="tx1"/>
                </a:solidFill>
                <a:latin typeface="微软雅黑" panose="020B0503020204020204" charset="-122"/>
                <a:ea typeface="微软雅黑" panose="020B0503020204020204" charset="-122"/>
                <a:sym typeface="+mn-ea"/>
              </a:rPr>
              <a:t>。</a:t>
            </a:r>
            <a:endParaRPr lang="zh-CN" altLang="en-US" sz="1400" dirty="0">
              <a:solidFill>
                <a:schemeClr val="tx1"/>
              </a:solidFill>
              <a:latin typeface="微软雅黑" panose="020B0503020204020204" charset="-122"/>
              <a:ea typeface="微软雅黑" panose="020B0503020204020204" charset="-122"/>
              <a:sym typeface="+mn-ea"/>
            </a:endParaRPr>
          </a:p>
        </p:txBody>
      </p:sp>
      <p:sp>
        <p:nvSpPr>
          <p:cNvPr id="3" name="文本框 2"/>
          <p:cNvSpPr txBox="1"/>
          <p:nvPr/>
        </p:nvSpPr>
        <p:spPr>
          <a:xfrm>
            <a:off x="6257925" y="952500"/>
            <a:ext cx="5594350" cy="5178425"/>
          </a:xfrm>
          <a:prstGeom prst="rect">
            <a:avLst/>
          </a:prstGeom>
          <a:noFill/>
          <a:ln>
            <a:noFill/>
          </a:ln>
        </p:spPr>
        <p:txBody>
          <a:bodyPr wrap="square" rtlCol="0" anchor="t">
            <a:noAutofit/>
          </a:bodyPr>
          <a:p>
            <a:pPr indent="0">
              <a:lnSpc>
                <a:spcPct val="130000"/>
              </a:lnSpc>
              <a:buFont typeface="Arial" panose="020B0604020202020204" pitchFamily="34" charset="0"/>
              <a:buNone/>
            </a:pPr>
            <a:r>
              <a:rPr lang="en-US" altLang="zh-CN" b="1" dirty="0">
                <a:solidFill>
                  <a:schemeClr val="tx1"/>
                </a:solidFill>
                <a:latin typeface="微软雅黑" panose="020B0503020204020204" charset="-122"/>
                <a:ea typeface="微软雅黑" panose="020B0503020204020204" charset="-122"/>
                <a:sym typeface="+mn-ea"/>
              </a:rPr>
              <a:t>2</a:t>
            </a:r>
            <a:r>
              <a:rPr lang="zh-CN" altLang="en-US" b="1" dirty="0">
                <a:solidFill>
                  <a:schemeClr val="tx1"/>
                </a:solidFill>
                <a:latin typeface="微软雅黑" panose="020B0503020204020204" charset="-122"/>
                <a:ea typeface="微软雅黑" panose="020B0503020204020204" charset="-122"/>
                <a:sym typeface="+mn-ea"/>
              </a:rPr>
              <a:t>. </a:t>
            </a:r>
            <a:r>
              <a:rPr lang="en-US" altLang="zh-CN" b="1" dirty="0">
                <a:solidFill>
                  <a:schemeClr val="tx1"/>
                </a:solidFill>
                <a:latin typeface="微软雅黑" panose="020B0503020204020204" charset="-122"/>
                <a:ea typeface="微软雅黑" panose="020B0503020204020204" charset="-122"/>
                <a:sym typeface="+mn-ea"/>
              </a:rPr>
              <a:t>LF-GNSS：</a:t>
            </a:r>
            <a:r>
              <a:rPr lang="zh-CN" altLang="en-US" b="1" dirty="0">
                <a:solidFill>
                  <a:schemeClr val="tx1"/>
                </a:solidFill>
                <a:latin typeface="微软雅黑" panose="020B0503020204020204" charset="-122"/>
                <a:ea typeface="微软雅黑" panose="020B0503020204020204" charset="-122"/>
                <a:sym typeface="+mn-ea"/>
              </a:rPr>
              <a:t>深度学习与卡尔曼滤波融合定位</a:t>
            </a:r>
            <a:r>
              <a:rPr lang="zh-CN" altLang="en-US" b="1" baseline="30000" dirty="0">
                <a:solidFill>
                  <a:schemeClr val="tx1"/>
                </a:solidFill>
                <a:latin typeface="微软雅黑" panose="020B0503020204020204" charset="-122"/>
                <a:ea typeface="微软雅黑" panose="020B0503020204020204" charset="-122"/>
                <a:sym typeface="+mn-ea"/>
              </a:rPr>
              <a:t>[12]</a:t>
            </a:r>
            <a:endParaRPr lang="zh-CN" altLang="en-US" b="1"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dirty="0">
                <a:solidFill>
                  <a:schemeClr val="tx1"/>
                </a:solidFill>
                <a:latin typeface="微软雅黑" panose="020B0503020204020204" charset="-122"/>
                <a:ea typeface="微软雅黑" panose="020B0503020204020204" charset="-122"/>
                <a:sym typeface="+mn-ea"/>
              </a:rPr>
              <a:t>城市峡谷中，建筑遮挡和反射会产生非视距与多径误差。传统</a:t>
            </a:r>
            <a:r>
              <a:rPr lang="en-US" altLang="zh-CN" sz="1400" dirty="0">
                <a:solidFill>
                  <a:schemeClr val="tx1"/>
                </a:solidFill>
                <a:latin typeface="微软雅黑" panose="020B0503020204020204" charset="-122"/>
                <a:ea typeface="微软雅黑" panose="020B0503020204020204" charset="-122"/>
                <a:sym typeface="+mn-ea"/>
              </a:rPr>
              <a:t>GNSS</a:t>
            </a:r>
            <a:r>
              <a:rPr lang="zh-CN" altLang="en-US" sz="1400" dirty="0">
                <a:solidFill>
                  <a:schemeClr val="tx1"/>
                </a:solidFill>
                <a:latin typeface="微软雅黑" panose="020B0503020204020204" charset="-122"/>
                <a:ea typeface="微软雅黑" panose="020B0503020204020204" charset="-122"/>
                <a:sym typeface="+mn-ea"/>
              </a:rPr>
              <a:t>滤波通常根据固定统计假设设置测量噪声，但实际不同卫星、不同位置和不同时刻的误差差异很大，固定噪声模型难以准确描述。</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研究方法：</a:t>
            </a:r>
            <a:endParaRPr lang="en-US" altLang="zh-CN" sz="1400" b="1"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提取每颗卫星的观测信号特征，并引入该卫星对</a:t>
            </a:r>
            <a:r>
              <a:rPr lang="en-US" altLang="zh-CN" sz="1400" dirty="0">
                <a:solidFill>
                  <a:schemeClr val="tx1"/>
                </a:solidFill>
                <a:latin typeface="微软雅黑" panose="020B0503020204020204" charset="-122"/>
                <a:ea typeface="微软雅黑" panose="020B0503020204020204" charset="-122"/>
                <a:sym typeface="+mn-ea"/>
              </a:rPr>
              <a:t>DOP</a:t>
            </a:r>
            <a:r>
              <a:rPr lang="zh-CN" altLang="en-US" sz="1400" dirty="0">
                <a:solidFill>
                  <a:schemeClr val="tx1"/>
                </a:solidFill>
                <a:latin typeface="微软雅黑" panose="020B0503020204020204" charset="-122"/>
                <a:ea typeface="微软雅黑" panose="020B0503020204020204" charset="-122"/>
                <a:sym typeface="+mn-ea"/>
              </a:rPr>
              <a:t>的贡献，描述其几何关系和观测质量。</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深度学习网络不直接输出最终位置，而是估计卡尔曼滤波所需的</a:t>
            </a:r>
            <a:r>
              <a:rPr lang="zh-CN" altLang="en-US" sz="1400" b="1" dirty="0">
                <a:solidFill>
                  <a:schemeClr val="tx1"/>
                </a:solidFill>
                <a:latin typeface="微软雅黑" panose="020B0503020204020204" charset="-122"/>
                <a:ea typeface="微软雅黑" panose="020B0503020204020204" charset="-122"/>
                <a:sym typeface="+mn-ea"/>
              </a:rPr>
              <a:t>观测噪声协方差矩阵和补偿后的新息向量</a:t>
            </a:r>
            <a:r>
              <a:rPr lang="zh-CN" altLang="en-US" sz="1400" dirty="0">
                <a:solidFill>
                  <a:schemeClr val="tx1"/>
                </a:solidFill>
                <a:latin typeface="微软雅黑" panose="020B0503020204020204" charset="-122"/>
                <a:ea typeface="微软雅黑" panose="020B0503020204020204" charset="-122"/>
                <a:sym typeface="+mn-ea"/>
              </a:rPr>
              <a:t>。</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卡尔曼滤波继续负责状态递推和最终位置计算，使输出仍受到传统定位模型约束。</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训练过程中采用动态困难样本挖掘，提高模型对严重</a:t>
            </a:r>
            <a:r>
              <a:rPr lang="en-US" altLang="zh-CN" sz="1400" dirty="0">
                <a:solidFill>
                  <a:schemeClr val="tx1"/>
                </a:solidFill>
                <a:latin typeface="微软雅黑" panose="020B0503020204020204" charset="-122"/>
                <a:ea typeface="微软雅黑" panose="020B0503020204020204" charset="-122"/>
                <a:sym typeface="+mn-ea"/>
              </a:rPr>
              <a:t>NLOS、</a:t>
            </a:r>
            <a:r>
              <a:rPr lang="zh-CN" altLang="en-US" sz="1400" dirty="0">
                <a:solidFill>
                  <a:schemeClr val="tx1"/>
                </a:solidFill>
                <a:latin typeface="微软雅黑" panose="020B0503020204020204" charset="-122"/>
                <a:ea typeface="微软雅黑" panose="020B0503020204020204" charset="-122"/>
                <a:sym typeface="+mn-ea"/>
              </a:rPr>
              <a:t>多径和异常卫星观测的关注度。</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创新与价值：</a:t>
            </a:r>
            <a:r>
              <a:rPr lang="zh-CN" altLang="en-US" sz="1400" dirty="0">
                <a:solidFill>
                  <a:schemeClr val="tx1"/>
                </a:solidFill>
                <a:latin typeface="微软雅黑" panose="020B0503020204020204" charset="-122"/>
                <a:ea typeface="微软雅黑" panose="020B0503020204020204" charset="-122"/>
                <a:sym typeface="+mn-ea"/>
              </a:rPr>
              <a:t>不是用神经网络完全替代</a:t>
            </a:r>
            <a:r>
              <a:rPr lang="en-US" altLang="zh-CN" sz="1400" dirty="0">
                <a:solidFill>
                  <a:schemeClr val="tx1"/>
                </a:solidFill>
                <a:latin typeface="微软雅黑" panose="020B0503020204020204" charset="-122"/>
                <a:ea typeface="微软雅黑" panose="020B0503020204020204" charset="-122"/>
                <a:sym typeface="+mn-ea"/>
              </a:rPr>
              <a:t>GNSS</a:t>
            </a:r>
            <a:r>
              <a:rPr lang="zh-CN" altLang="en-US" sz="1400" dirty="0">
                <a:solidFill>
                  <a:schemeClr val="tx1"/>
                </a:solidFill>
                <a:latin typeface="微软雅黑" panose="020B0503020204020204" charset="-122"/>
                <a:ea typeface="微软雅黑" panose="020B0503020204020204" charset="-122"/>
                <a:sym typeface="+mn-ea"/>
              </a:rPr>
              <a:t>定位算法，而是</a:t>
            </a:r>
            <a:r>
              <a:rPr lang="zh-CN" altLang="en-US" sz="1400" b="1" dirty="0">
                <a:solidFill>
                  <a:schemeClr val="tx1"/>
                </a:solidFill>
                <a:latin typeface="微软雅黑" panose="020B0503020204020204" charset="-122"/>
                <a:ea typeface="微软雅黑" panose="020B0503020204020204" charset="-122"/>
                <a:sym typeface="+mn-ea"/>
              </a:rPr>
              <a:t>让</a:t>
            </a:r>
            <a:r>
              <a:rPr lang="en-US" altLang="zh-CN" sz="1400" b="1" dirty="0">
                <a:solidFill>
                  <a:schemeClr val="tx1"/>
                </a:solidFill>
                <a:latin typeface="微软雅黑" panose="020B0503020204020204" charset="-122"/>
                <a:ea typeface="微软雅黑" panose="020B0503020204020204" charset="-122"/>
                <a:sym typeface="+mn-ea"/>
              </a:rPr>
              <a:t>AI</a:t>
            </a:r>
            <a:r>
              <a:rPr lang="zh-CN" altLang="en-US" sz="1400" b="1" dirty="0">
                <a:solidFill>
                  <a:schemeClr val="tx1"/>
                </a:solidFill>
                <a:latin typeface="微软雅黑" panose="020B0503020204020204" charset="-122"/>
                <a:ea typeface="微软雅黑" panose="020B0503020204020204" charset="-122"/>
                <a:sym typeface="+mn-ea"/>
              </a:rPr>
              <a:t>学习传统模型中最难准确设定的误差部分，再由滤波器完成最终融合</a:t>
            </a:r>
            <a:r>
              <a:rPr lang="zh-CN" altLang="en-US" sz="1400" dirty="0">
                <a:solidFill>
                  <a:schemeClr val="tx1"/>
                </a:solidFill>
                <a:latin typeface="微软雅黑" panose="020B0503020204020204" charset="-122"/>
                <a:ea typeface="微软雅黑" panose="020B0503020204020204" charset="-122"/>
                <a:sym typeface="+mn-ea"/>
              </a:rPr>
              <a:t>。论文报告，相比传统方法定位性能提升约 79.55%—84.99%，相比纯深度学习方法提升约 53.68%。</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成熟度：</a:t>
            </a:r>
            <a:r>
              <a:rPr lang="zh-CN" altLang="en-US" sz="1400" dirty="0">
                <a:solidFill>
                  <a:schemeClr val="tx1"/>
                </a:solidFill>
                <a:latin typeface="微软雅黑" panose="020B0503020204020204" charset="-122"/>
                <a:ea typeface="微软雅黑" panose="020B0503020204020204" charset="-122"/>
                <a:sym typeface="+mn-ea"/>
              </a:rPr>
              <a:t>代码和城市定位数据集已公开，并</a:t>
            </a:r>
            <a:r>
              <a:rPr lang="zh-CN" altLang="en-US" sz="1400" b="1" dirty="0">
                <a:solidFill>
                  <a:schemeClr val="tx1"/>
                </a:solidFill>
                <a:latin typeface="微软雅黑" panose="020B0503020204020204" charset="-122"/>
                <a:ea typeface="微软雅黑" panose="020B0503020204020204" charset="-122"/>
                <a:sym typeface="+mn-ea"/>
              </a:rPr>
              <a:t>使用真实车辆数据验证</a:t>
            </a:r>
            <a:r>
              <a:rPr lang="zh-CN" altLang="en-US" sz="1400" dirty="0">
                <a:solidFill>
                  <a:schemeClr val="tx1"/>
                </a:solidFill>
                <a:latin typeface="微软雅黑" panose="020B0503020204020204" charset="-122"/>
                <a:ea typeface="微软雅黑" panose="020B0503020204020204" charset="-122"/>
                <a:sym typeface="+mn-ea"/>
              </a:rPr>
              <a:t>。</a:t>
            </a:r>
            <a:endParaRPr lang="zh-CN" altLang="en-US" sz="1400" dirty="0">
              <a:solidFill>
                <a:schemeClr val="tx1"/>
              </a:solidFill>
              <a:latin typeface="微软雅黑" panose="020B0503020204020204" charset="-122"/>
              <a:ea typeface="微软雅黑" panose="020B0503020204020204" charset="-122"/>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87" name=""/>
        <p:cNvGrpSpPr/>
        <p:nvPr/>
      </p:nvGrpSpPr>
      <p:grpSpPr>
        <a:xfrm>
          <a:off x="0" y="0"/>
          <a:ext cx="0" cy="0"/>
          <a:chOff x="0" y="0"/>
          <a:chExt cx="0" cy="0"/>
        </a:xfrm>
      </p:grpSpPr>
      <p:sp>
        <p:nvSpPr>
          <p:cNvPr id="88" name="标题 1"/>
          <p:cNvSpPr>
            <a:spLocks noGrp="1"/>
          </p:cNvSpPr>
          <p:nvPr>
            <p:ph type="title"/>
          </p:nvPr>
        </p:nvSpPr>
        <p:spPr>
          <a:xfrm>
            <a:off x="565150" y="339090"/>
            <a:ext cx="10309225" cy="612775"/>
          </a:xfrm>
        </p:spPr>
        <p:txBody>
          <a:bodyPr>
            <a:noAutofit/>
          </a:bodyPr>
          <a:lstStyle/>
          <a:p>
            <a:r>
              <a:rPr lang="zh-CN" altLang="en-US" sz="2800" b="1" dirty="0">
                <a:latin typeface="微软雅黑" panose="020B0503020204020204" charset="-122"/>
                <a:ea typeface="微软雅黑" panose="020B0503020204020204" charset="-122"/>
                <a:sym typeface="+mn-ea"/>
              </a:rPr>
              <a:t>方向四</a:t>
            </a:r>
            <a:r>
              <a:rPr lang="en-US" altLang="zh-CN" sz="2800" b="1" dirty="0">
                <a:latin typeface="微软雅黑" panose="020B0503020204020204" charset="-122"/>
                <a:ea typeface="微软雅黑" panose="020B0503020204020204" charset="-122"/>
                <a:sym typeface="+mn-ea"/>
              </a:rPr>
              <a:t> | </a:t>
            </a:r>
            <a:r>
              <a:rPr lang="zh-CN" altLang="en-US" sz="2800" b="1" dirty="0">
                <a:latin typeface="微软雅黑" panose="020B0503020204020204" charset="-122"/>
                <a:ea typeface="微软雅黑" panose="020B0503020204020204" charset="-122"/>
                <a:sym typeface="+mn-ea"/>
              </a:rPr>
              <a:t>网络数字孪生：自动建模与动作预评估</a:t>
            </a:r>
            <a:endParaRPr lang="zh-CN" altLang="en-US" sz="2800" b="1" dirty="0">
              <a:latin typeface="微软雅黑" panose="020B0503020204020204" charset="-122"/>
              <a:ea typeface="微软雅黑" panose="020B0503020204020204" charset="-122"/>
              <a:sym typeface="+mn-ea"/>
            </a:endParaRPr>
          </a:p>
        </p:txBody>
      </p:sp>
      <p:sp>
        <p:nvSpPr>
          <p:cNvPr id="4" name="文本框 3"/>
          <p:cNvSpPr txBox="1"/>
          <p:nvPr/>
        </p:nvSpPr>
        <p:spPr>
          <a:xfrm>
            <a:off x="337820" y="6200775"/>
            <a:ext cx="11514455" cy="365760"/>
          </a:xfrm>
          <a:prstGeom prst="rect">
            <a:avLst/>
          </a:prstGeom>
          <a:noFill/>
        </p:spPr>
        <p:txBody>
          <a:bodyPr wrap="square" lIns="0" tIns="0" rIns="0" bIns="0" rtlCol="0">
            <a:noAutofit/>
          </a:bodyPr>
          <a:p>
            <a:pPr>
              <a:lnSpc>
                <a:spcPct val="100000"/>
              </a:lnSpc>
              <a:spcAft>
                <a:spcPts val="300"/>
              </a:spcAft>
            </a:pPr>
            <a:r>
              <a:rPr lang="en-US" altLang="zh-CN" sz="1000" dirty="0" smtClean="0">
                <a:solidFill>
                  <a:schemeClr val="tx1"/>
                </a:solidFill>
                <a:latin typeface="微软雅黑" panose="020B0503020204020204" charset="-122"/>
                <a:ea typeface="微软雅黑" panose="020B0503020204020204" charset="-122"/>
              </a:rPr>
              <a:t>[13] S. Ding, D. Flynn and P. Harvey, “Automatic Generation of Digital Twins for Network Testing,” IEEE ICDCS Workshops, 2025.</a:t>
            </a:r>
            <a:endParaRPr lang="en-US" altLang="zh-CN" sz="1000" dirty="0" smtClean="0">
              <a:solidFill>
                <a:schemeClr val="tx1"/>
              </a:solidFill>
              <a:latin typeface="微软雅黑" panose="020B0503020204020204" charset="-122"/>
              <a:ea typeface="微软雅黑" panose="020B0503020204020204" charset="-122"/>
            </a:endParaRPr>
          </a:p>
          <a:p>
            <a:pPr>
              <a:lnSpc>
                <a:spcPct val="100000"/>
              </a:lnSpc>
              <a:spcAft>
                <a:spcPts val="300"/>
              </a:spcAft>
            </a:pPr>
            <a:r>
              <a:rPr lang="en-US" altLang="zh-CN" sz="1000" dirty="0" smtClean="0">
                <a:solidFill>
                  <a:schemeClr val="tx1"/>
                </a:solidFill>
                <a:latin typeface="微软雅黑" panose="020B0503020204020204" charset="-122"/>
                <a:ea typeface="微软雅黑" panose="020B0503020204020204" charset="-122"/>
              </a:rPr>
              <a:t>[14] Huawei Technologies, “Attention-Based Model for Wireless Digital Twin,” Patent WO2025010581A1, 2025.</a:t>
            </a:r>
            <a:endParaRPr lang="en-US" altLang="zh-CN" sz="1000" dirty="0" smtClean="0">
              <a:solidFill>
                <a:schemeClr val="tx1"/>
              </a:solidFill>
              <a:latin typeface="微软雅黑" panose="020B0503020204020204" charset="-122"/>
              <a:ea typeface="微软雅黑" panose="020B0503020204020204" charset="-122"/>
            </a:endParaRPr>
          </a:p>
        </p:txBody>
      </p:sp>
      <p:sp>
        <p:nvSpPr>
          <p:cNvPr id="2" name="文本框 5"/>
          <p:cNvSpPr txBox="1"/>
          <p:nvPr/>
        </p:nvSpPr>
        <p:spPr>
          <a:xfrm>
            <a:off x="205105" y="952500"/>
            <a:ext cx="6360795" cy="5178425"/>
          </a:xfrm>
          <a:prstGeom prst="rect">
            <a:avLst/>
          </a:prstGeom>
          <a:noFill/>
          <a:ln>
            <a:noFill/>
          </a:ln>
        </p:spPr>
        <p:txBody>
          <a:bodyPr wrap="square" rtlCol="0" anchor="t">
            <a:noAutofit/>
          </a:bodyPr>
          <a:p>
            <a:pPr indent="0" algn="l">
              <a:lnSpc>
                <a:spcPct val="120000"/>
              </a:lnSpc>
              <a:buFont typeface="Arial" panose="020B0604020202020204" pitchFamily="34" charset="0"/>
              <a:buNone/>
            </a:pPr>
            <a:r>
              <a:rPr lang="en-US" altLang="zh-CN" b="1" dirty="0">
                <a:latin typeface="微软雅黑" panose="020B0503020204020204" charset="-122"/>
                <a:ea typeface="微软雅黑" panose="020B0503020204020204" charset="-122"/>
                <a:sym typeface="+mn-ea"/>
              </a:rPr>
              <a:t>1</a:t>
            </a:r>
            <a:r>
              <a:rPr lang="zh-CN" altLang="en-US" b="1" dirty="0">
                <a:latin typeface="微软雅黑" panose="020B0503020204020204" charset="-122"/>
                <a:ea typeface="微软雅黑" panose="020B0503020204020204" charset="-122"/>
                <a:sym typeface="+mn-ea"/>
              </a:rPr>
              <a:t>. </a:t>
            </a:r>
            <a:r>
              <a:rPr lang="en-US" altLang="zh-CN" b="1" dirty="0">
                <a:latin typeface="微软雅黑" panose="020B0503020204020204" charset="-122"/>
                <a:ea typeface="微软雅黑" panose="020B0503020204020204" charset="-122"/>
                <a:sym typeface="+mn-ea"/>
              </a:rPr>
              <a:t>AutoML：</a:t>
            </a:r>
            <a:r>
              <a:rPr lang="zh-CN" altLang="en-US" b="1" dirty="0">
                <a:latin typeface="微软雅黑" panose="020B0503020204020204" charset="-122"/>
                <a:ea typeface="微软雅黑" panose="020B0503020204020204" charset="-122"/>
                <a:sym typeface="+mn-ea"/>
              </a:rPr>
              <a:t>自动生成网络测试单元孪生</a:t>
            </a:r>
            <a:r>
              <a:rPr lang="zh-CN" altLang="en-US" b="1" baseline="30000" dirty="0">
                <a:latin typeface="微软雅黑" panose="020B0503020204020204" charset="-122"/>
                <a:ea typeface="微软雅黑" panose="020B0503020204020204" charset="-122"/>
                <a:sym typeface="+mn-ea"/>
              </a:rPr>
              <a:t>[13]</a:t>
            </a:r>
            <a:endParaRPr lang="zh-CN" altLang="en-US" b="1" dirty="0">
              <a:solidFill>
                <a:schemeClr val="tx1"/>
              </a:solidFill>
              <a:latin typeface="微软雅黑" panose="020B0503020204020204" charset="-122"/>
              <a:ea typeface="微软雅黑" panose="020B0503020204020204" charset="-122"/>
              <a:sym typeface="+mn-ea"/>
            </a:endParaRPr>
          </a:p>
          <a:p>
            <a:pPr indent="0" algn="l">
              <a:lnSpc>
                <a:spcPct val="120000"/>
              </a:lnSpc>
              <a:buFont typeface="Arial" panose="020B0604020202020204" pitchFamily="34" charset="0"/>
              <a:buNone/>
            </a:pPr>
            <a:r>
              <a:rPr lang="zh-CN" altLang="en-US" sz="1400" dirty="0">
                <a:latin typeface="微软雅黑" panose="020B0503020204020204" charset="-122"/>
                <a:ea typeface="微软雅黑" panose="020B0503020204020204" charset="-122"/>
                <a:sym typeface="+mn-ea"/>
              </a:rPr>
              <a:t>传统仿真或真实测试需要逐一执行大量网络配置，耗时较长；而人工设计数字孪生模型又依赖专业经验和反复调参。</a:t>
            </a:r>
            <a:endParaRPr lang="zh-CN" altLang="en-US" b="1" dirty="0">
              <a:solidFill>
                <a:schemeClr val="tx1"/>
              </a:solidFill>
              <a:latin typeface="微软雅黑" panose="020B0503020204020204" charset="-122"/>
              <a:ea typeface="微软雅黑" panose="020B0503020204020204" charset="-122"/>
              <a:sym typeface="+mn-ea"/>
            </a:endParaRPr>
          </a:p>
          <a:p>
            <a:pPr indent="0" algn="l">
              <a:lnSpc>
                <a:spcPct val="120000"/>
              </a:lnSpc>
              <a:buFont typeface="Arial" panose="020B0604020202020204" pitchFamily="34" charset="0"/>
              <a:buNone/>
            </a:pPr>
            <a:r>
              <a:rPr lang="zh-CN" altLang="en-US" sz="1400" b="1" dirty="0">
                <a:latin typeface="微软雅黑" panose="020B0503020204020204" charset="-122"/>
                <a:ea typeface="微软雅黑" panose="020B0503020204020204" charset="-122"/>
                <a:sym typeface="+mn-ea"/>
              </a:rPr>
              <a:t>研究方法：</a:t>
            </a:r>
            <a:endParaRPr lang="en-US" altLang="zh-CN" sz="1400" b="1" dirty="0">
              <a:solidFill>
                <a:schemeClr val="tx1"/>
              </a:solidFill>
              <a:latin typeface="微软雅黑" panose="020B0503020204020204" charset="-122"/>
              <a:ea typeface="微软雅黑" panose="020B0503020204020204" charset="-122"/>
              <a:sym typeface="+mn-ea"/>
            </a:endParaRPr>
          </a:p>
          <a:p>
            <a:pPr marL="285750" indent="-285750" algn="l">
              <a:lnSpc>
                <a:spcPct val="120000"/>
              </a:lnSpc>
              <a:buFont typeface="Arial" panose="020B0604020202020204" pitchFamily="34" charset="0"/>
              <a:buChar char="•"/>
            </a:pPr>
            <a:r>
              <a:rPr lang="zh-CN" altLang="en-US" sz="1400" dirty="0">
                <a:latin typeface="微软雅黑" panose="020B0503020204020204" charset="-122"/>
                <a:ea typeface="微软雅黑" panose="020B0503020204020204" charset="-122"/>
                <a:sym typeface="+mn-ea"/>
              </a:rPr>
              <a:t>先从仿真器或测试系统中选择少量代表性配置，获得“网络配置—性能指标”样本；</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gn="l">
              <a:lnSpc>
                <a:spcPct val="120000"/>
              </a:lnSpc>
              <a:buFont typeface="Arial" panose="020B0604020202020204" pitchFamily="34" charset="0"/>
              <a:buChar char="•"/>
            </a:pPr>
            <a:r>
              <a:rPr lang="zh-CN" altLang="en-US" sz="1400" dirty="0">
                <a:latin typeface="微软雅黑" panose="020B0503020204020204" charset="-122"/>
                <a:ea typeface="微软雅黑" panose="020B0503020204020204" charset="-122"/>
                <a:sym typeface="+mn-ea"/>
              </a:rPr>
              <a:t>使用</a:t>
            </a:r>
            <a:r>
              <a:rPr lang="en-US" altLang="zh-CN" sz="1400" dirty="0">
                <a:latin typeface="微软雅黑" panose="020B0503020204020204" charset="-122"/>
                <a:ea typeface="微软雅黑" panose="020B0503020204020204" charset="-122"/>
                <a:sym typeface="+mn-ea"/>
              </a:rPr>
              <a:t>AutoGluon、Auto-sklearn</a:t>
            </a:r>
            <a:r>
              <a:rPr lang="zh-CN" altLang="en-US" sz="1400" dirty="0">
                <a:latin typeface="微软雅黑" panose="020B0503020204020204" charset="-122"/>
                <a:ea typeface="微软雅黑" panose="020B0503020204020204" charset="-122"/>
                <a:sym typeface="+mn-ea"/>
              </a:rPr>
              <a:t>等</a:t>
            </a:r>
            <a:r>
              <a:rPr lang="en-US" altLang="zh-CN" sz="1400" dirty="0">
                <a:latin typeface="微软雅黑" panose="020B0503020204020204" charset="-122"/>
                <a:ea typeface="微软雅黑" panose="020B0503020204020204" charset="-122"/>
                <a:sym typeface="+mn-ea"/>
              </a:rPr>
              <a:t>AutoML</a:t>
            </a:r>
            <a:r>
              <a:rPr lang="zh-CN" altLang="en-US" sz="1400" dirty="0">
                <a:latin typeface="微软雅黑" panose="020B0503020204020204" charset="-122"/>
                <a:ea typeface="微软雅黑" panose="020B0503020204020204" charset="-122"/>
                <a:sym typeface="+mn-ea"/>
              </a:rPr>
              <a:t>工具，自动完成数据预处理、模型选择、集成和超参数优化；生成一个描述特定网络组件或功能的</a:t>
            </a:r>
            <a:r>
              <a:rPr lang="zh-CN" altLang="en-US" sz="1400" b="1" dirty="0">
                <a:latin typeface="微软雅黑" panose="020B0503020204020204" charset="-122"/>
                <a:ea typeface="微软雅黑" panose="020B0503020204020204" charset="-122"/>
                <a:sym typeface="+mn-ea"/>
              </a:rPr>
              <a:t>单元孪生（</a:t>
            </a:r>
            <a:r>
              <a:rPr lang="en-US" altLang="zh-CN" sz="1400" b="1" dirty="0">
                <a:latin typeface="微软雅黑" panose="020B0503020204020204" charset="-122"/>
                <a:ea typeface="微软雅黑" panose="020B0503020204020204" charset="-122"/>
                <a:sym typeface="+mn-ea"/>
              </a:rPr>
              <a:t>Unit Twin）</a:t>
            </a:r>
            <a:r>
              <a:rPr lang="en-US" altLang="zh-CN" sz="1400" dirty="0">
                <a:latin typeface="微软雅黑" panose="020B0503020204020204" charset="-122"/>
                <a:ea typeface="微软雅黑" panose="020B0503020204020204" charset="-122"/>
                <a:sym typeface="+mn-ea"/>
              </a:rPr>
              <a:t>，</a:t>
            </a:r>
            <a:r>
              <a:rPr lang="zh-CN" altLang="en-US" sz="1400" dirty="0">
                <a:latin typeface="微软雅黑" panose="020B0503020204020204" charset="-122"/>
                <a:ea typeface="微软雅黑" panose="020B0503020204020204" charset="-122"/>
                <a:sym typeface="+mn-ea"/>
              </a:rPr>
              <a:t>例如学习链路带宽、队列大小与文件传输时延之间的关系；</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gn="l">
              <a:lnSpc>
                <a:spcPct val="120000"/>
              </a:lnSpc>
              <a:buFont typeface="Arial" panose="020B0604020202020204" pitchFamily="34" charset="0"/>
              <a:buChar char="•"/>
            </a:pPr>
            <a:r>
              <a:rPr lang="zh-CN" altLang="en-US" sz="1400" dirty="0">
                <a:latin typeface="微软雅黑" panose="020B0503020204020204" charset="-122"/>
                <a:ea typeface="微软雅黑" panose="020B0503020204020204" charset="-122"/>
                <a:sym typeface="+mn-ea"/>
              </a:rPr>
              <a:t>后续大量配置不再逐一运行完整仿真，而是先由单元孪生快速预测；只对关键或不确定性较高的配置进行实际测试。</a:t>
            </a:r>
            <a:endParaRPr lang="zh-CN" altLang="en-US" sz="1400" dirty="0">
              <a:solidFill>
                <a:schemeClr val="tx1"/>
              </a:solidFill>
              <a:latin typeface="微软雅黑" panose="020B0503020204020204" charset="-122"/>
              <a:ea typeface="微软雅黑" panose="020B0503020204020204" charset="-122"/>
              <a:sym typeface="+mn-ea"/>
            </a:endParaRPr>
          </a:p>
          <a:p>
            <a:pPr indent="0" algn="l">
              <a:lnSpc>
                <a:spcPct val="120000"/>
              </a:lnSpc>
              <a:buFont typeface="Arial" panose="020B0604020202020204" pitchFamily="34" charset="0"/>
              <a:buNone/>
            </a:pPr>
            <a:r>
              <a:rPr lang="zh-CN" altLang="en-US" sz="1400" dirty="0">
                <a:latin typeface="微软雅黑" panose="020B0503020204020204" charset="-122"/>
                <a:ea typeface="微软雅黑" panose="020B0503020204020204" charset="-122"/>
                <a:sym typeface="+mn-ea"/>
              </a:rPr>
              <a:t>基本过程：</a:t>
            </a:r>
            <a:r>
              <a:rPr lang="zh-CN" altLang="en-US" sz="1400" b="1" dirty="0">
                <a:latin typeface="微软雅黑" panose="020B0503020204020204" charset="-122"/>
                <a:ea typeface="微软雅黑" panose="020B0503020204020204" charset="-122"/>
                <a:sym typeface="+mn-ea"/>
              </a:rPr>
              <a:t>确定测试对象和输入输出 → 选择少量配置 → 运行真实测试或仿真 → </a:t>
            </a:r>
            <a:r>
              <a:rPr lang="en-US" altLang="zh-CN" sz="1400" b="1" dirty="0">
                <a:latin typeface="微软雅黑" panose="020B0503020204020204" charset="-122"/>
                <a:ea typeface="微软雅黑" panose="020B0503020204020204" charset="-122"/>
                <a:sym typeface="+mn-ea"/>
              </a:rPr>
              <a:t>AutoML</a:t>
            </a:r>
            <a:r>
              <a:rPr lang="zh-CN" altLang="en-US" sz="1400" b="1" dirty="0">
                <a:latin typeface="微软雅黑" panose="020B0503020204020204" charset="-122"/>
                <a:ea typeface="微软雅黑" panose="020B0503020204020204" charset="-122"/>
                <a:sym typeface="+mn-ea"/>
              </a:rPr>
              <a:t>训练代理模型 → 使用新配置验证</a:t>
            </a:r>
            <a:endParaRPr lang="zh-CN" altLang="en-US" sz="1400" b="1" dirty="0">
              <a:solidFill>
                <a:schemeClr val="tx1"/>
              </a:solidFill>
              <a:latin typeface="微软雅黑" panose="020B0503020204020204" charset="-122"/>
              <a:ea typeface="微软雅黑" panose="020B0503020204020204" charset="-122"/>
              <a:sym typeface="+mn-ea"/>
            </a:endParaRPr>
          </a:p>
          <a:p>
            <a:pPr indent="0" algn="l">
              <a:lnSpc>
                <a:spcPct val="120000"/>
              </a:lnSpc>
              <a:buFont typeface="Arial" panose="020B0604020202020204" pitchFamily="34" charset="0"/>
              <a:buNone/>
            </a:pPr>
            <a:r>
              <a:rPr lang="zh-CN" altLang="en-US" sz="1400" b="1" dirty="0">
                <a:latin typeface="微软雅黑" panose="020B0503020204020204" charset="-122"/>
                <a:ea typeface="微软雅黑" panose="020B0503020204020204" charset="-122"/>
                <a:sym typeface="+mn-ea"/>
              </a:rPr>
              <a:t>创新与效果：利用少量测试样本自动生成代理模型，把大量逐一仿真转化为快速预测</a:t>
            </a:r>
            <a:r>
              <a:rPr lang="zh-CN" altLang="en-US" sz="1400" dirty="0">
                <a:latin typeface="微软雅黑" panose="020B0503020204020204" charset="-122"/>
                <a:ea typeface="微软雅黑" panose="020B0503020204020204" charset="-122"/>
                <a:sym typeface="+mn-ea"/>
              </a:rPr>
              <a:t>。在</a:t>
            </a:r>
            <a:r>
              <a:rPr lang="en-US" altLang="zh-CN" sz="1400" dirty="0">
                <a:latin typeface="微软雅黑" panose="020B0503020204020204" charset="-122"/>
                <a:ea typeface="微软雅黑" panose="020B0503020204020204" charset="-122"/>
                <a:sym typeface="+mn-ea"/>
              </a:rPr>
              <a:t>Mininet</a:t>
            </a:r>
            <a:r>
              <a:rPr lang="zh-CN" altLang="en-US" sz="1400" dirty="0">
                <a:latin typeface="微软雅黑" panose="020B0503020204020204" charset="-122"/>
                <a:ea typeface="微软雅黑" panose="020B0503020204020204" charset="-122"/>
                <a:sym typeface="+mn-ea"/>
              </a:rPr>
              <a:t>实验中，完整参数空间包含194,481组配置，论文仅使用400组样本训练；单次孪生推理约为 0.0167秒，而</a:t>
            </a:r>
            <a:r>
              <a:rPr lang="en-US" altLang="zh-CN" sz="1400" dirty="0">
                <a:latin typeface="微软雅黑" panose="020B0503020204020204" charset="-122"/>
                <a:ea typeface="微软雅黑" panose="020B0503020204020204" charset="-122"/>
                <a:sym typeface="+mn-ea"/>
              </a:rPr>
              <a:t>Mininet</a:t>
            </a:r>
            <a:r>
              <a:rPr lang="zh-CN" altLang="en-US" sz="1400" dirty="0">
                <a:latin typeface="微软雅黑" panose="020B0503020204020204" charset="-122"/>
                <a:ea typeface="微软雅黑" panose="020B0503020204020204" charset="-122"/>
                <a:sym typeface="+mn-ea"/>
              </a:rPr>
              <a:t>仿真约为8.53秒，速度提高约500倍。</a:t>
            </a:r>
            <a:endParaRPr lang="zh-CN" altLang="en-US" sz="1400" b="1" dirty="0">
              <a:solidFill>
                <a:schemeClr val="tx1"/>
              </a:solidFill>
              <a:latin typeface="微软雅黑" panose="020B0503020204020204" charset="-122"/>
              <a:ea typeface="微软雅黑" panose="020B0503020204020204" charset="-122"/>
              <a:sym typeface="+mn-ea"/>
            </a:endParaRPr>
          </a:p>
          <a:p>
            <a:pPr indent="0" algn="l">
              <a:lnSpc>
                <a:spcPct val="120000"/>
              </a:lnSpc>
              <a:buFont typeface="Arial" panose="020B0604020202020204" pitchFamily="34" charset="0"/>
              <a:buNone/>
            </a:pPr>
            <a:r>
              <a:rPr lang="zh-CN" altLang="en-US" sz="1400" b="1" dirty="0">
                <a:latin typeface="微软雅黑" panose="020B0503020204020204" charset="-122"/>
                <a:ea typeface="微软雅黑" panose="020B0503020204020204" charset="-122"/>
                <a:sym typeface="+mn-ea"/>
              </a:rPr>
              <a:t>成熟度：</a:t>
            </a:r>
            <a:r>
              <a:rPr lang="zh-CN" altLang="en-US" sz="1400" dirty="0">
                <a:latin typeface="微软雅黑" panose="020B0503020204020204" charset="-122"/>
                <a:ea typeface="微软雅黑" panose="020B0503020204020204" charset="-122"/>
                <a:sym typeface="+mn-ea"/>
              </a:rPr>
              <a:t>研究已从单一拓扑扩展到多种网络拓扑，但主要在</a:t>
            </a:r>
            <a:r>
              <a:rPr lang="en-US" altLang="zh-CN" sz="1400" dirty="0">
                <a:latin typeface="微软雅黑" panose="020B0503020204020204" charset="-122"/>
                <a:ea typeface="微软雅黑" panose="020B0503020204020204" charset="-122"/>
                <a:sym typeface="+mn-ea"/>
              </a:rPr>
              <a:t>Mininet</a:t>
            </a:r>
            <a:r>
              <a:rPr lang="zh-CN" altLang="en-US" sz="1400" dirty="0">
                <a:latin typeface="微软雅黑" panose="020B0503020204020204" charset="-122"/>
                <a:ea typeface="微软雅黑" panose="020B0503020204020204" charset="-122"/>
                <a:sym typeface="+mn-ea"/>
              </a:rPr>
              <a:t>环境中验证。</a:t>
            </a:r>
            <a:endParaRPr lang="zh-CN" altLang="en-US" sz="1400" dirty="0">
              <a:solidFill>
                <a:schemeClr val="tx1"/>
              </a:solidFill>
              <a:latin typeface="微软雅黑" panose="020B0503020204020204" charset="-122"/>
              <a:ea typeface="微软雅黑" panose="020B0503020204020204" charset="-122"/>
              <a:sym typeface="+mn-ea"/>
            </a:endParaRPr>
          </a:p>
        </p:txBody>
      </p:sp>
      <p:sp>
        <p:nvSpPr>
          <p:cNvPr id="3" name="文本框 2"/>
          <p:cNvSpPr txBox="1"/>
          <p:nvPr/>
        </p:nvSpPr>
        <p:spPr>
          <a:xfrm>
            <a:off x="6705600" y="952500"/>
            <a:ext cx="5146675" cy="5178425"/>
          </a:xfrm>
          <a:prstGeom prst="rect">
            <a:avLst/>
          </a:prstGeom>
          <a:noFill/>
          <a:ln>
            <a:noFill/>
          </a:ln>
        </p:spPr>
        <p:txBody>
          <a:bodyPr wrap="square" rtlCol="0" anchor="t">
            <a:noAutofit/>
          </a:bodyPr>
          <a:p>
            <a:pPr indent="0">
              <a:lnSpc>
                <a:spcPct val="130000"/>
              </a:lnSpc>
              <a:buFont typeface="Arial" panose="020B0604020202020204" pitchFamily="34" charset="0"/>
              <a:buNone/>
            </a:pPr>
            <a:r>
              <a:rPr lang="en-US" altLang="zh-CN" b="1" dirty="0">
                <a:solidFill>
                  <a:schemeClr val="tx1"/>
                </a:solidFill>
                <a:latin typeface="微软雅黑" panose="020B0503020204020204" charset="-122"/>
                <a:ea typeface="微软雅黑" panose="020B0503020204020204" charset="-122"/>
                <a:sym typeface="+mn-ea"/>
              </a:rPr>
              <a:t>2</a:t>
            </a:r>
            <a:r>
              <a:rPr lang="zh-CN" altLang="en-US" b="1" dirty="0">
                <a:solidFill>
                  <a:schemeClr val="tx1"/>
                </a:solidFill>
                <a:latin typeface="微软雅黑" panose="020B0503020204020204" charset="-122"/>
                <a:ea typeface="微软雅黑" panose="020B0503020204020204" charset="-122"/>
                <a:sym typeface="+mn-ea"/>
              </a:rPr>
              <a:t>. 华为专利：面向候选动作的无线数字孪生预测</a:t>
            </a:r>
            <a:r>
              <a:rPr lang="zh-CN" altLang="en-US" b="1" baseline="30000" dirty="0">
                <a:solidFill>
                  <a:schemeClr val="tx1"/>
                </a:solidFill>
                <a:latin typeface="微软雅黑" panose="020B0503020204020204" charset="-122"/>
                <a:ea typeface="微软雅黑" panose="020B0503020204020204" charset="-122"/>
                <a:sym typeface="+mn-ea"/>
              </a:rPr>
              <a:t>[14]</a:t>
            </a:r>
            <a:endParaRPr lang="zh-CN" altLang="en-US" b="1"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dirty="0">
                <a:solidFill>
                  <a:schemeClr val="tx1"/>
                </a:solidFill>
                <a:latin typeface="微软雅黑" panose="020B0503020204020204" charset="-122"/>
                <a:ea typeface="微软雅黑" panose="020B0503020204020204" charset="-122"/>
                <a:sym typeface="+mn-ea"/>
              </a:rPr>
              <a:t>传统预测模型通常根据历史</a:t>
            </a:r>
            <a:r>
              <a:rPr lang="en-US" altLang="zh-CN" sz="1400" dirty="0">
                <a:solidFill>
                  <a:schemeClr val="tx1"/>
                </a:solidFill>
                <a:latin typeface="微软雅黑" panose="020B0503020204020204" charset="-122"/>
                <a:ea typeface="微软雅黑" panose="020B0503020204020204" charset="-122"/>
                <a:sym typeface="+mn-ea"/>
              </a:rPr>
              <a:t>KPI</a:t>
            </a:r>
            <a:r>
              <a:rPr lang="zh-CN" altLang="en-US" sz="1400" dirty="0">
                <a:solidFill>
                  <a:schemeClr val="tx1"/>
                </a:solidFill>
                <a:latin typeface="微软雅黑" panose="020B0503020204020204" charset="-122"/>
                <a:ea typeface="微软雅黑" panose="020B0503020204020204" charset="-122"/>
                <a:sym typeface="+mn-ea"/>
              </a:rPr>
              <a:t>预测未来状态，但可能对网络配置动作不敏感，难以回答“</a:t>
            </a:r>
            <a:r>
              <a:rPr lang="zh-CN" altLang="en-US" sz="1400" b="1" dirty="0">
                <a:solidFill>
                  <a:schemeClr val="tx1"/>
                </a:solidFill>
                <a:latin typeface="微软雅黑" panose="020B0503020204020204" charset="-122"/>
                <a:ea typeface="微软雅黑" panose="020B0503020204020204" charset="-122"/>
                <a:sym typeface="+mn-ea"/>
              </a:rPr>
              <a:t>执行不同配置后，网络性能会发生什么变化</a:t>
            </a:r>
            <a:r>
              <a:rPr lang="zh-CN" altLang="en-US" sz="1400" dirty="0">
                <a:solidFill>
                  <a:schemeClr val="tx1"/>
                </a:solidFill>
                <a:latin typeface="微软雅黑" panose="020B0503020204020204" charset="-122"/>
                <a:ea typeface="微软雅黑" panose="020B0503020204020204" charset="-122"/>
                <a:sym typeface="+mn-ea"/>
              </a:rPr>
              <a:t>”。</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研究方法：</a:t>
            </a:r>
            <a:endParaRPr lang="en-US" altLang="zh-CN" sz="1400" b="1"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将历史数据组织为</a:t>
            </a:r>
            <a:r>
              <a:rPr lang="zh-CN" altLang="en-US" sz="1400" b="1" dirty="0">
                <a:solidFill>
                  <a:schemeClr val="tx1"/>
                </a:solidFill>
                <a:latin typeface="微软雅黑" panose="020B0503020204020204" charset="-122"/>
                <a:ea typeface="微软雅黑" panose="020B0503020204020204" charset="-122"/>
                <a:sym typeface="+mn-ea"/>
              </a:rPr>
              <a:t>状态—动作对</a:t>
            </a:r>
            <a:r>
              <a:rPr lang="zh-CN" altLang="en-US" sz="1400" dirty="0">
                <a:solidFill>
                  <a:schemeClr val="tx1"/>
                </a:solidFill>
                <a:latin typeface="微软雅黑" panose="020B0503020204020204" charset="-122"/>
                <a:ea typeface="微软雅黑" panose="020B0503020204020204" charset="-122"/>
                <a:sym typeface="+mn-ea"/>
              </a:rPr>
              <a:t>：状态包括流量、吞吐量等</a:t>
            </a:r>
            <a:r>
              <a:rPr lang="en-US" altLang="zh-CN" sz="1400" dirty="0">
                <a:solidFill>
                  <a:schemeClr val="tx1"/>
                </a:solidFill>
                <a:latin typeface="微软雅黑" panose="020B0503020204020204" charset="-122"/>
                <a:ea typeface="微软雅黑" panose="020B0503020204020204" charset="-122"/>
                <a:sym typeface="+mn-ea"/>
              </a:rPr>
              <a:t>KPI，</a:t>
            </a:r>
            <a:r>
              <a:rPr lang="zh-CN" altLang="en-US" sz="1400" dirty="0">
                <a:solidFill>
                  <a:schemeClr val="tx1"/>
                </a:solidFill>
                <a:latin typeface="微软雅黑" panose="020B0503020204020204" charset="-122"/>
                <a:ea typeface="微软雅黑" panose="020B0503020204020204" charset="-122"/>
                <a:sym typeface="+mn-ea"/>
              </a:rPr>
              <a:t>动作包括发射功率、天线参数和资源分配等配置。</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利用小时级和天级数据学习不同时间尺度下的网络变化规律。</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采用</a:t>
            </a:r>
            <a:r>
              <a:rPr lang="en-US" altLang="zh-CN" sz="1400" b="1" dirty="0">
                <a:solidFill>
                  <a:schemeClr val="tx1"/>
                </a:solidFill>
                <a:latin typeface="微软雅黑" panose="020B0503020204020204" charset="-122"/>
                <a:ea typeface="微软雅黑" panose="020B0503020204020204" charset="-122"/>
                <a:sym typeface="+mn-ea"/>
              </a:rPr>
              <a:t>AttenInAtten</a:t>
            </a:r>
            <a:r>
              <a:rPr lang="zh-CN" altLang="en-US" sz="1400" b="1" dirty="0">
                <a:solidFill>
                  <a:schemeClr val="tx1"/>
                </a:solidFill>
                <a:latin typeface="微软雅黑" panose="020B0503020204020204" charset="-122"/>
                <a:ea typeface="微软雅黑" panose="020B0503020204020204" charset="-122"/>
                <a:sym typeface="+mn-ea"/>
              </a:rPr>
              <a:t>双层注意力</a:t>
            </a:r>
            <a:r>
              <a:rPr lang="zh-CN" altLang="en-US" sz="1400" dirty="0">
                <a:solidFill>
                  <a:schemeClr val="tx1"/>
                </a:solidFill>
                <a:latin typeface="微软雅黑" panose="020B0503020204020204" charset="-122"/>
                <a:ea typeface="微软雅黑" panose="020B0503020204020204" charset="-122"/>
                <a:sym typeface="+mn-ea"/>
              </a:rPr>
              <a:t>结构，并</a:t>
            </a:r>
            <a:r>
              <a:rPr lang="zh-CN" altLang="en-US" sz="1400" b="1" dirty="0">
                <a:solidFill>
                  <a:schemeClr val="tx1"/>
                </a:solidFill>
                <a:latin typeface="微软雅黑" panose="020B0503020204020204" charset="-122"/>
                <a:ea typeface="微软雅黑" panose="020B0503020204020204" charset="-122"/>
                <a:sym typeface="+mn-ea"/>
              </a:rPr>
              <a:t>将待评估的候选动作作为</a:t>
            </a:r>
            <a:r>
              <a:rPr lang="en-US" altLang="zh-CN" sz="1400" b="1" dirty="0">
                <a:solidFill>
                  <a:schemeClr val="tx1"/>
                </a:solidFill>
                <a:latin typeface="微软雅黑" panose="020B0503020204020204" charset="-122"/>
                <a:ea typeface="微软雅黑" panose="020B0503020204020204" charset="-122"/>
                <a:sym typeface="+mn-ea"/>
              </a:rPr>
              <a:t>Attention</a:t>
            </a:r>
            <a:r>
              <a:rPr lang="zh-CN" altLang="en-US" sz="1400" b="1" dirty="0">
                <a:solidFill>
                  <a:schemeClr val="tx1"/>
                </a:solidFill>
                <a:latin typeface="微软雅黑" panose="020B0503020204020204" charset="-122"/>
                <a:ea typeface="微软雅黑" panose="020B0503020204020204" charset="-122"/>
                <a:sym typeface="+mn-ea"/>
              </a:rPr>
              <a:t>的</a:t>
            </a:r>
            <a:r>
              <a:rPr lang="en-US" altLang="zh-CN" sz="1400" b="1" dirty="0">
                <a:solidFill>
                  <a:schemeClr val="tx1"/>
                </a:solidFill>
                <a:latin typeface="微软雅黑" panose="020B0503020204020204" charset="-122"/>
                <a:ea typeface="微软雅黑" panose="020B0503020204020204" charset="-122"/>
                <a:sym typeface="+mn-ea"/>
              </a:rPr>
              <a:t>Query</a:t>
            </a:r>
            <a:r>
              <a:rPr lang="en-US" altLang="zh-CN" sz="1400" dirty="0">
                <a:solidFill>
                  <a:schemeClr val="tx1"/>
                </a:solidFill>
                <a:latin typeface="微软雅黑" panose="020B0503020204020204" charset="-122"/>
                <a:ea typeface="微软雅黑" panose="020B0503020204020204" charset="-122"/>
                <a:sym typeface="+mn-ea"/>
              </a:rPr>
              <a:t>。</a:t>
            </a:r>
            <a:endParaRPr lang="en-US" altLang="zh-CN"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分别输入不同候选动作，预测动作执行后的网络状态，比较不同配置的预期效果。</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创新与价值：</a:t>
            </a:r>
            <a:r>
              <a:rPr lang="zh-CN" altLang="en-US" sz="1400" dirty="0">
                <a:solidFill>
                  <a:schemeClr val="tx1"/>
                </a:solidFill>
                <a:latin typeface="微软雅黑" panose="020B0503020204020204" charset="-122"/>
                <a:ea typeface="微软雅黑" panose="020B0503020204020204" charset="-122"/>
                <a:sym typeface="+mn-ea"/>
              </a:rPr>
              <a:t>数字孪生不再只预测未来网络状态，而是能够在实际调整网络前，分别预测不同候选配置可能产生的效果，为网络配置选择提供依据。</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成熟度：</a:t>
            </a:r>
            <a:r>
              <a:rPr lang="zh-CN" altLang="en-US" sz="1400" dirty="0">
                <a:solidFill>
                  <a:schemeClr val="tx1"/>
                </a:solidFill>
                <a:latin typeface="微软雅黑" panose="020B0503020204020204" charset="-122"/>
                <a:ea typeface="微软雅黑" panose="020B0503020204020204" charset="-122"/>
                <a:sym typeface="+mn-ea"/>
              </a:rPr>
              <a:t>目前为公开专利方案，未提供开源代码和完整实验结果，主要体现产业界对动作敏感数字孪生模型的研究思路。</a:t>
            </a:r>
            <a:endParaRPr lang="zh-CN" altLang="en-US" sz="1400" dirty="0">
              <a:solidFill>
                <a:schemeClr val="tx1"/>
              </a:solidFill>
              <a:latin typeface="微软雅黑" panose="020B0503020204020204" charset="-122"/>
              <a:ea typeface="微软雅黑" panose="020B0503020204020204" charset="-122"/>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87" name=""/>
        <p:cNvGrpSpPr/>
        <p:nvPr/>
      </p:nvGrpSpPr>
      <p:grpSpPr>
        <a:xfrm>
          <a:off x="0" y="0"/>
          <a:ext cx="0" cy="0"/>
          <a:chOff x="0" y="0"/>
          <a:chExt cx="0" cy="0"/>
        </a:xfrm>
      </p:grpSpPr>
      <p:sp>
        <p:nvSpPr>
          <p:cNvPr id="88" name="标题 1"/>
          <p:cNvSpPr>
            <a:spLocks noGrp="1"/>
          </p:cNvSpPr>
          <p:nvPr>
            <p:ph type="title"/>
          </p:nvPr>
        </p:nvSpPr>
        <p:spPr>
          <a:xfrm>
            <a:off x="565150" y="339090"/>
            <a:ext cx="10309225" cy="612775"/>
          </a:xfrm>
        </p:spPr>
        <p:txBody>
          <a:bodyPr>
            <a:noAutofit/>
          </a:bodyPr>
          <a:lstStyle/>
          <a:p>
            <a:r>
              <a:rPr lang="zh-CN" altLang="en-US" b="1" dirty="0">
                <a:latin typeface="微软雅黑" panose="020B0503020204020204" charset="-122"/>
                <a:ea typeface="微软雅黑" panose="020B0503020204020204" charset="-122"/>
              </a:rPr>
              <a:t>调研总结</a:t>
            </a:r>
            <a:endParaRPr lang="zh-CN" altLang="en-US" b="1" dirty="0">
              <a:latin typeface="微软雅黑" panose="020B0503020204020204" charset="-122"/>
              <a:ea typeface="微软雅黑" panose="020B0503020204020204" charset="-122"/>
            </a:endParaRPr>
          </a:p>
        </p:txBody>
      </p:sp>
      <p:sp>
        <p:nvSpPr>
          <p:cNvPr id="90" name="文本框 1"/>
          <p:cNvSpPr txBox="1"/>
          <p:nvPr/>
        </p:nvSpPr>
        <p:spPr>
          <a:xfrm>
            <a:off x="363855" y="1139825"/>
            <a:ext cx="11370945" cy="5247640"/>
          </a:xfrm>
          <a:prstGeom prst="rect">
            <a:avLst/>
          </a:prstGeom>
          <a:noFill/>
        </p:spPr>
        <p:txBody>
          <a:bodyPr wrap="square" rtlCol="0" anchor="t">
            <a:noAutofit/>
          </a:bodyPr>
          <a:p>
            <a:pPr>
              <a:lnSpc>
                <a:spcPct val="150000"/>
              </a:lnSpc>
            </a:pPr>
            <a:r>
              <a:rPr lang="zh-CN" altLang="en-US" sz="1600" dirty="0">
                <a:latin typeface="微软雅黑" panose="020B0503020204020204" charset="-122"/>
                <a:ea typeface="微软雅黑" panose="020B0503020204020204" charset="-122"/>
                <a:sym typeface="+mn-ea"/>
              </a:rPr>
              <a:t>本次调研表明，</a:t>
            </a:r>
            <a:r>
              <a:rPr lang="en-US" altLang="zh-CN" sz="1600" dirty="0">
                <a:latin typeface="微软雅黑" panose="020B0503020204020204" charset="-122"/>
                <a:ea typeface="微软雅黑" panose="020B0503020204020204" charset="-122"/>
                <a:sym typeface="+mn-ea"/>
              </a:rPr>
              <a:t>AI</a:t>
            </a:r>
            <a:r>
              <a:rPr lang="zh-CN" altLang="en-US" sz="1600" dirty="0">
                <a:latin typeface="微软雅黑" panose="020B0503020204020204" charset="-122"/>
                <a:ea typeface="微软雅黑" panose="020B0503020204020204" charset="-122"/>
                <a:sym typeface="+mn-ea"/>
              </a:rPr>
              <a:t>与通信的结合正在出现四个较为明确的变化。</a:t>
            </a:r>
            <a:endParaRPr lang="en-US" altLang="zh-CN" sz="1600" dirty="0">
              <a:latin typeface="微软雅黑" panose="020B0503020204020204" charset="-122"/>
              <a:ea typeface="微软雅黑" panose="020B0503020204020204" charset="-122"/>
              <a:sym typeface="+mn-ea"/>
            </a:endParaRPr>
          </a:p>
          <a:p>
            <a:pPr>
              <a:lnSpc>
                <a:spcPct val="150000"/>
              </a:lnSpc>
            </a:pPr>
            <a:r>
              <a:rPr lang="zh-CN" altLang="en-US" sz="1600" b="1" dirty="0">
                <a:latin typeface="微软雅黑" panose="020B0503020204020204" charset="-122"/>
                <a:ea typeface="微软雅黑" panose="020B0503020204020204" charset="-122"/>
                <a:sym typeface="+mn-ea"/>
              </a:rPr>
              <a:t>1. 网络测量从“周期采集”走向“预测与事件驱动”</a:t>
            </a:r>
            <a:endParaRPr lang="en-US" altLang="zh-CN" sz="1600" b="1" dirty="0">
              <a:latin typeface="微软雅黑" panose="020B0503020204020204" charset="-122"/>
              <a:ea typeface="微软雅黑" panose="020B0503020204020204" charset="-122"/>
              <a:sym typeface="+mn-ea"/>
            </a:endParaRPr>
          </a:p>
          <a:p>
            <a:pPr>
              <a:lnSpc>
                <a:spcPct val="150000"/>
              </a:lnSpc>
            </a:pPr>
            <a:r>
              <a:rPr lang="zh-CN" altLang="en-US" sz="1600" dirty="0">
                <a:latin typeface="微软雅黑" panose="020B0503020204020204" charset="-122"/>
                <a:ea typeface="微软雅黑" panose="020B0503020204020204" charset="-122"/>
                <a:sym typeface="+mn-ea"/>
              </a:rPr>
              <a:t>高铁移动性预测和关键事件驱动的</a:t>
            </a:r>
            <a:r>
              <a:rPr lang="en-US" altLang="zh-CN" sz="1600" dirty="0">
                <a:latin typeface="微软雅黑" panose="020B0503020204020204" charset="-122"/>
                <a:ea typeface="微软雅黑" panose="020B0503020204020204" charset="-122"/>
                <a:sym typeface="+mn-ea"/>
              </a:rPr>
              <a:t>UE</a:t>
            </a:r>
            <a:r>
              <a:rPr lang="zh-CN" altLang="en-US" sz="1600" dirty="0">
                <a:latin typeface="微软雅黑" panose="020B0503020204020204" charset="-122"/>
                <a:ea typeface="微软雅黑" panose="020B0503020204020204" charset="-122"/>
                <a:sym typeface="+mn-ea"/>
              </a:rPr>
              <a:t>数据采集表明，网络测量开始关注减少无效测量、提前识别风险以及采集高价值数据。</a:t>
            </a:r>
            <a:endParaRPr lang="en-US" altLang="zh-CN" sz="1600" dirty="0">
              <a:latin typeface="微软雅黑" panose="020B0503020204020204" charset="-122"/>
              <a:ea typeface="微软雅黑" panose="020B0503020204020204" charset="-122"/>
              <a:sym typeface="+mn-ea"/>
            </a:endParaRPr>
          </a:p>
          <a:p>
            <a:pPr>
              <a:lnSpc>
                <a:spcPct val="150000"/>
              </a:lnSpc>
            </a:pPr>
            <a:r>
              <a:rPr lang="zh-CN" altLang="en-US" sz="1600" b="1" dirty="0">
                <a:latin typeface="微软雅黑" panose="020B0503020204020204" charset="-122"/>
                <a:ea typeface="微软雅黑" panose="020B0503020204020204" charset="-122"/>
                <a:sym typeface="+mn-ea"/>
              </a:rPr>
              <a:t>2. 网络分析从“</a:t>
            </a:r>
            <a:r>
              <a:rPr lang="en-US" altLang="zh-CN" sz="1600" b="1" dirty="0">
                <a:latin typeface="微软雅黑" panose="020B0503020204020204" charset="-122"/>
                <a:ea typeface="微软雅黑" panose="020B0503020204020204" charset="-122"/>
                <a:sym typeface="+mn-ea"/>
              </a:rPr>
              <a:t>KPI</a:t>
            </a:r>
            <a:r>
              <a:rPr lang="zh-CN" altLang="en-US" sz="1600" b="1" dirty="0">
                <a:latin typeface="微软雅黑" panose="020B0503020204020204" charset="-122"/>
                <a:ea typeface="微软雅黑" panose="020B0503020204020204" charset="-122"/>
                <a:sym typeface="+mn-ea"/>
              </a:rPr>
              <a:t>监控”走向“业务体验与异常理解”</a:t>
            </a:r>
            <a:endParaRPr lang="en-US" altLang="zh-CN" sz="1600" b="1" dirty="0">
              <a:latin typeface="微软雅黑" panose="020B0503020204020204" charset="-122"/>
              <a:ea typeface="微软雅黑" panose="020B0503020204020204" charset="-122"/>
              <a:sym typeface="+mn-ea"/>
            </a:endParaRPr>
          </a:p>
          <a:p>
            <a:pPr>
              <a:lnSpc>
                <a:spcPct val="150000"/>
              </a:lnSpc>
            </a:pPr>
            <a:r>
              <a:rPr lang="en-US" altLang="zh-CN" sz="1600" dirty="0">
                <a:latin typeface="微软雅黑" panose="020B0503020204020204" charset="-122"/>
                <a:ea typeface="微软雅黑" panose="020B0503020204020204" charset="-122"/>
                <a:sym typeface="+mn-ea"/>
              </a:rPr>
              <a:t>RIC</a:t>
            </a:r>
            <a:r>
              <a:rPr lang="zh-CN" altLang="en-US" sz="1600" dirty="0">
                <a:latin typeface="微软雅黑" panose="020B0503020204020204" charset="-122"/>
                <a:ea typeface="微软雅黑" panose="020B0503020204020204" charset="-122"/>
                <a:sym typeface="+mn-ea"/>
              </a:rPr>
              <a:t>视频</a:t>
            </a:r>
            <a:r>
              <a:rPr lang="en-US" altLang="zh-CN" sz="1600" dirty="0">
                <a:latin typeface="微软雅黑" panose="020B0503020204020204" charset="-122"/>
                <a:ea typeface="微软雅黑" panose="020B0503020204020204" charset="-122"/>
                <a:sym typeface="+mn-ea"/>
              </a:rPr>
              <a:t>QoE、RANGAN</a:t>
            </a:r>
            <a:r>
              <a:rPr lang="zh-CN" altLang="en-US" sz="1600" dirty="0">
                <a:latin typeface="微软雅黑" panose="020B0503020204020204" charset="-122"/>
                <a:ea typeface="微软雅黑" panose="020B0503020204020204" charset="-122"/>
                <a:sym typeface="+mn-ea"/>
              </a:rPr>
              <a:t>和播放卡顿预期上报等研究，正在打通无线</a:t>
            </a:r>
            <a:r>
              <a:rPr lang="en-US" altLang="zh-CN" sz="1600" dirty="0">
                <a:latin typeface="微软雅黑" panose="020B0503020204020204" charset="-122"/>
                <a:ea typeface="微软雅黑" panose="020B0503020204020204" charset="-122"/>
                <a:sym typeface="+mn-ea"/>
              </a:rPr>
              <a:t>KPI、</a:t>
            </a:r>
            <a:r>
              <a:rPr lang="zh-CN" altLang="en-US" sz="1600" dirty="0">
                <a:latin typeface="微软雅黑" panose="020B0503020204020204" charset="-122"/>
                <a:ea typeface="微软雅黑" panose="020B0503020204020204" charset="-122"/>
                <a:sym typeface="+mn-ea"/>
              </a:rPr>
              <a:t>终端状态和用户体验之间的关系，使网络能够更主动地识别业务质量下降及其原因。</a:t>
            </a:r>
            <a:endParaRPr lang="en-US" altLang="zh-CN" sz="1600" dirty="0">
              <a:latin typeface="微软雅黑" panose="020B0503020204020204" charset="-122"/>
              <a:ea typeface="微软雅黑" panose="020B0503020204020204" charset="-122"/>
              <a:sym typeface="+mn-ea"/>
            </a:endParaRPr>
          </a:p>
          <a:p>
            <a:pPr>
              <a:lnSpc>
                <a:spcPct val="150000"/>
              </a:lnSpc>
            </a:pPr>
            <a:r>
              <a:rPr lang="zh-CN" altLang="en-US" sz="1600" b="1" dirty="0">
                <a:latin typeface="微软雅黑" panose="020B0503020204020204" charset="-122"/>
                <a:ea typeface="微软雅黑" panose="020B0503020204020204" charset="-122"/>
                <a:sym typeface="+mn-ea"/>
              </a:rPr>
              <a:t>3. 网络控制从“性能优化”走向“安全可靠的闭环决策”</a:t>
            </a:r>
            <a:endParaRPr lang="zh-CN" altLang="en-US" sz="1600" b="1" dirty="0">
              <a:latin typeface="微软雅黑" panose="020B0503020204020204" charset="-122"/>
              <a:ea typeface="微软雅黑" panose="020B0503020204020204" charset="-122"/>
              <a:sym typeface="+mn-ea"/>
            </a:endParaRPr>
          </a:p>
          <a:p>
            <a:pPr>
              <a:lnSpc>
                <a:spcPct val="150000"/>
              </a:lnSpc>
            </a:pPr>
            <a:r>
              <a:rPr lang="en-US" altLang="zh-CN" sz="1600" dirty="0">
                <a:latin typeface="微软雅黑" panose="020B0503020204020204" charset="-122"/>
                <a:ea typeface="微软雅黑" panose="020B0503020204020204" charset="-122"/>
                <a:sym typeface="+mn-ea"/>
              </a:rPr>
              <a:t>xSlice</a:t>
            </a:r>
            <a:r>
              <a:rPr lang="zh-CN" altLang="en-US" sz="1600" dirty="0">
                <a:latin typeface="微软雅黑" panose="020B0503020204020204" charset="-122"/>
                <a:ea typeface="微软雅黑" panose="020B0503020204020204" charset="-122"/>
                <a:sym typeface="+mn-ea"/>
              </a:rPr>
              <a:t>展示了强化学习接入真实</a:t>
            </a:r>
            <a:r>
              <a:rPr lang="en-US" altLang="zh-CN" sz="1600" dirty="0">
                <a:latin typeface="微软雅黑" panose="020B0503020204020204" charset="-122"/>
                <a:ea typeface="微软雅黑" panose="020B0503020204020204" charset="-122"/>
                <a:sym typeface="+mn-ea"/>
              </a:rPr>
              <a:t>RIC</a:t>
            </a:r>
            <a:r>
              <a:rPr lang="zh-CN" altLang="en-US" sz="1600" dirty="0">
                <a:latin typeface="微软雅黑" panose="020B0503020204020204" charset="-122"/>
                <a:ea typeface="微软雅黑" panose="020B0503020204020204" charset="-122"/>
                <a:sym typeface="+mn-ea"/>
              </a:rPr>
              <a:t>闭环的可行性；</a:t>
            </a:r>
            <a:r>
              <a:rPr lang="en-US" altLang="zh-CN" sz="1600" dirty="0">
                <a:latin typeface="微软雅黑" panose="020B0503020204020204" charset="-122"/>
                <a:ea typeface="微软雅黑" panose="020B0503020204020204" charset="-122"/>
                <a:sym typeface="+mn-ea"/>
              </a:rPr>
              <a:t>SafeSlice</a:t>
            </a:r>
            <a:r>
              <a:rPr lang="zh-CN" altLang="en-US" sz="1600" dirty="0">
                <a:latin typeface="微软雅黑" panose="020B0503020204020204" charset="-122"/>
                <a:ea typeface="微软雅黑" panose="020B0503020204020204" charset="-122"/>
                <a:sym typeface="+mn-ea"/>
              </a:rPr>
              <a:t>和预测质量专利则表明，通信控制不仅要提升性能，还需要考虑</a:t>
            </a:r>
            <a:r>
              <a:rPr lang="en-US" altLang="zh-CN" sz="1600" dirty="0">
                <a:latin typeface="微软雅黑" panose="020B0503020204020204" charset="-122"/>
                <a:ea typeface="微软雅黑" panose="020B0503020204020204" charset="-122"/>
                <a:sym typeface="+mn-ea"/>
              </a:rPr>
              <a:t>SLA</a:t>
            </a:r>
            <a:r>
              <a:rPr lang="zh-CN" altLang="en-US" sz="1600" dirty="0">
                <a:latin typeface="微软雅黑" panose="020B0503020204020204" charset="-122"/>
                <a:ea typeface="微软雅黑" panose="020B0503020204020204" charset="-122"/>
                <a:sym typeface="+mn-ea"/>
              </a:rPr>
              <a:t>约束、动作安全和预测结果的可靠性。</a:t>
            </a:r>
            <a:endParaRPr lang="en-US" altLang="zh-CN" sz="1600" dirty="0">
              <a:latin typeface="微软雅黑" panose="020B0503020204020204" charset="-122"/>
              <a:ea typeface="微软雅黑" panose="020B0503020204020204" charset="-122"/>
              <a:sym typeface="+mn-ea"/>
            </a:endParaRPr>
          </a:p>
          <a:p>
            <a:pPr>
              <a:lnSpc>
                <a:spcPct val="150000"/>
              </a:lnSpc>
            </a:pPr>
            <a:r>
              <a:rPr lang="en-US" altLang="zh-CN" sz="1600" b="1" dirty="0">
                <a:latin typeface="微软雅黑" panose="020B0503020204020204" charset="-122"/>
                <a:ea typeface="微软雅黑" panose="020B0503020204020204" charset="-122"/>
                <a:sym typeface="+mn-ea"/>
              </a:rPr>
              <a:t>4. AI</a:t>
            </a:r>
            <a:r>
              <a:rPr lang="zh-CN" altLang="en-US" sz="1600" b="1" dirty="0">
                <a:latin typeface="微软雅黑" panose="020B0503020204020204" charset="-122"/>
                <a:ea typeface="微软雅黑" panose="020B0503020204020204" charset="-122"/>
                <a:sym typeface="+mn-ea"/>
              </a:rPr>
              <a:t>应用从地面网络扩展到无线环境、卫星与数字孪生</a:t>
            </a:r>
            <a:endParaRPr lang="en-US" altLang="zh-CN" sz="1600" dirty="0">
              <a:latin typeface="微软雅黑" panose="020B0503020204020204" charset="-122"/>
              <a:ea typeface="微软雅黑" panose="020B0503020204020204" charset="-122"/>
              <a:sym typeface="+mn-ea"/>
            </a:endParaRPr>
          </a:p>
          <a:p>
            <a:pPr>
              <a:lnSpc>
                <a:spcPct val="150000"/>
              </a:lnSpc>
            </a:pPr>
            <a:r>
              <a:rPr lang="en-US" altLang="zh-CN" sz="1600" dirty="0">
                <a:latin typeface="微软雅黑" panose="020B0503020204020204" charset="-122"/>
                <a:ea typeface="微软雅黑" panose="020B0503020204020204" charset="-122"/>
                <a:sym typeface="+mn-ea"/>
              </a:rPr>
              <a:t>PropSplat</a:t>
            </a:r>
            <a:r>
              <a:rPr lang="zh-CN" altLang="en-US" sz="1600" dirty="0">
                <a:latin typeface="微软雅黑" panose="020B0503020204020204" charset="-122"/>
                <a:ea typeface="微软雅黑" panose="020B0503020204020204" charset="-122"/>
                <a:sym typeface="+mn-ea"/>
              </a:rPr>
              <a:t>和</a:t>
            </a:r>
            <a:r>
              <a:rPr lang="en-US" altLang="zh-CN" sz="1600" dirty="0">
                <a:latin typeface="微软雅黑" panose="020B0503020204020204" charset="-122"/>
                <a:ea typeface="微软雅黑" panose="020B0503020204020204" charset="-122"/>
                <a:sym typeface="+mn-ea"/>
              </a:rPr>
              <a:t>Radio Map</a:t>
            </a:r>
            <a:r>
              <a:rPr lang="zh-CN" altLang="en-US" sz="1600" dirty="0">
                <a:latin typeface="微软雅黑" panose="020B0503020204020204" charset="-122"/>
                <a:ea typeface="微软雅黑" panose="020B0503020204020204" charset="-122"/>
                <a:sym typeface="+mn-ea"/>
              </a:rPr>
              <a:t>在线适配分别研究无线环境模型的低成本构建与动态更新；</a:t>
            </a:r>
            <a:r>
              <a:rPr lang="en-US" altLang="zh-CN" sz="1600" dirty="0">
                <a:latin typeface="微软雅黑" panose="020B0503020204020204" charset="-122"/>
                <a:ea typeface="微软雅黑" panose="020B0503020204020204" charset="-122"/>
                <a:sym typeface="+mn-ea"/>
              </a:rPr>
              <a:t>Joint LEO</a:t>
            </a:r>
            <a:r>
              <a:rPr lang="zh-CN" altLang="en-US" sz="1600" dirty="0">
                <a:latin typeface="微软雅黑" panose="020B0503020204020204" charset="-122"/>
                <a:ea typeface="微软雅黑" panose="020B0503020204020204" charset="-122"/>
                <a:sym typeface="+mn-ea"/>
              </a:rPr>
              <a:t>和</a:t>
            </a:r>
            <a:r>
              <a:rPr lang="en-US" altLang="zh-CN" sz="1600" dirty="0">
                <a:latin typeface="微软雅黑" panose="020B0503020204020204" charset="-122"/>
                <a:ea typeface="微软雅黑" panose="020B0503020204020204" charset="-122"/>
                <a:sym typeface="+mn-ea"/>
              </a:rPr>
              <a:t>LF-GNSS</a:t>
            </a:r>
            <a:r>
              <a:rPr lang="zh-CN" altLang="en-US" sz="1600" dirty="0">
                <a:latin typeface="微软雅黑" panose="020B0503020204020204" charset="-122"/>
                <a:ea typeface="微软雅黑" panose="020B0503020204020204" charset="-122"/>
                <a:sym typeface="+mn-ea"/>
              </a:rPr>
              <a:t>将</a:t>
            </a:r>
            <a:r>
              <a:rPr lang="en-US" altLang="zh-CN" sz="1600" dirty="0">
                <a:latin typeface="微软雅黑" panose="020B0503020204020204" charset="-122"/>
                <a:ea typeface="微软雅黑" panose="020B0503020204020204" charset="-122"/>
                <a:sym typeface="+mn-ea"/>
              </a:rPr>
              <a:t>AI</a:t>
            </a:r>
            <a:r>
              <a:rPr lang="zh-CN" altLang="en-US" sz="1600" dirty="0">
                <a:latin typeface="微软雅黑" panose="020B0503020204020204" charset="-122"/>
                <a:ea typeface="微软雅黑" panose="020B0503020204020204" charset="-122"/>
                <a:sym typeface="+mn-ea"/>
              </a:rPr>
              <a:t>扩展到卫星通信与定位；数字孪生进一步用于网络模型自动生成和候选配置效果预测。</a:t>
            </a:r>
            <a:endParaRPr lang="en-US" altLang="zh-CN" sz="1600" dirty="0">
              <a:latin typeface="微软雅黑" panose="020B0503020204020204" charset="-122"/>
              <a:ea typeface="微软雅黑" panose="020B0503020204020204" charset="-122"/>
              <a:sym typeface="+mn-ea"/>
            </a:endParaRPr>
          </a:p>
          <a:p>
            <a:pPr>
              <a:lnSpc>
                <a:spcPct val="150000"/>
              </a:lnSpc>
            </a:pPr>
            <a:r>
              <a:rPr lang="zh-CN" altLang="en-US" sz="1600" dirty="0">
                <a:latin typeface="微软雅黑" panose="020B0503020204020204" charset="-122"/>
                <a:ea typeface="微软雅黑" panose="020B0503020204020204" charset="-122"/>
                <a:sym typeface="+mn-ea"/>
              </a:rPr>
              <a:t>总体来看，</a:t>
            </a:r>
            <a:r>
              <a:rPr lang="en-US" altLang="zh-CN" sz="1600" dirty="0">
                <a:latin typeface="微软雅黑" panose="020B0503020204020204" charset="-122"/>
                <a:ea typeface="微软雅黑" panose="020B0503020204020204" charset="-122"/>
                <a:sym typeface="+mn-ea"/>
              </a:rPr>
              <a:t>AI</a:t>
            </a:r>
            <a:r>
              <a:rPr lang="zh-CN" altLang="en-US" sz="1600" dirty="0">
                <a:latin typeface="微软雅黑" panose="020B0503020204020204" charset="-122"/>
                <a:ea typeface="微软雅黑" panose="020B0503020204020204" charset="-122"/>
                <a:sym typeface="+mn-ea"/>
              </a:rPr>
              <a:t>正在推动通信系统由固定测量、被动分析和单点优化，逐步转向</a:t>
            </a:r>
            <a:r>
              <a:rPr lang="zh-CN" altLang="en-US" sz="1600" b="1" dirty="0">
                <a:latin typeface="微软雅黑" panose="020B0503020204020204" charset="-122"/>
                <a:ea typeface="微软雅黑" panose="020B0503020204020204" charset="-122"/>
                <a:sym typeface="+mn-ea"/>
              </a:rPr>
              <a:t>按需感知、业务理解与安全闭环决策</a:t>
            </a:r>
            <a:r>
              <a:rPr lang="zh-CN" altLang="en-US" sz="1600" dirty="0">
                <a:latin typeface="微软雅黑" panose="020B0503020204020204" charset="-122"/>
                <a:ea typeface="微软雅黑" panose="020B0503020204020204" charset="-122"/>
                <a:sym typeface="+mn-ea"/>
              </a:rPr>
              <a:t>。</a:t>
            </a:r>
            <a:endParaRPr lang="zh-CN" altLang="en-US" sz="1600" dirty="0">
              <a:latin typeface="微软雅黑" panose="020B0503020204020204" charset="-122"/>
              <a:ea typeface="微软雅黑" panose="020B0503020204020204" charset="-122"/>
              <a:sym typeface="+mn-ea"/>
            </a:endParaRPr>
          </a:p>
        </p:txBody>
      </p:sp>
    </p:spTree>
  </p:cSld>
  <p:clrMapOvr>
    <a:masterClrMapping/>
  </p:clrMapOvr>
</p:sld>
</file>

<file path=ppt/tags/tag1.xml><?xml version="1.0" encoding="utf-8"?>
<p:tagLst xmlns:p="http://schemas.openxmlformats.org/presentationml/2006/main">
  <p:tag name="THINKCELLSHAPEDONOTDELETE" val="thinkcellActiveDocDoNotDelete"/>
</p:tagLst>
</file>

<file path=ppt/tags/tag2.xml><?xml version="1.0" encoding="utf-8"?>
<p:tagLst xmlns:p="http://schemas.openxmlformats.org/presentationml/2006/main">
  <p:tag name="THINKCELLSHAPEDONOTDELETE" val="thinkcellActiveDocDoNotDelete"/>
</p:tagLst>
</file>

<file path=ppt/tags/tag3.xml><?xml version="1.0" encoding="utf-8"?>
<p:tagLst xmlns:p="http://schemas.openxmlformats.org/presentationml/2006/main">
  <p:tag name="TABLE_ENDDRAG_ORIGIN_RECT" val="867*395"/>
  <p:tag name="TABLE_ENDDRAG_RECT" val="44*96*867*395"/>
</p:tagLst>
</file>

<file path=ppt/tags/tag4.xml><?xml version="1.0" encoding="utf-8"?>
<p:tagLst xmlns:p="http://schemas.openxmlformats.org/presentationml/2006/main">
  <p:tag name="TABLE_ENDDRAG_ORIGIN_RECT" val="876*374"/>
  <p:tag name="TABLE_ENDDRAG_RECT" val="44*96*876*374"/>
</p:tagLst>
</file>

<file path=ppt/tags/tag5.xml><?xml version="1.0" encoding="utf-8"?>
<p:tagLst xmlns:p="http://schemas.openxmlformats.org/presentationml/2006/main">
  <p:tag name="resource_record_key" val="{&quot;10&quot;:[21589536,20265205,20210228,50042918,50047912,21542519,4523431]}"/>
</p:tagLst>
</file>

<file path=ppt/theme/theme1.xml><?xml version="1.0" encoding="utf-8"?>
<a:theme xmlns:a="http://schemas.openxmlformats.org/drawingml/2006/main" name="华中科技大学-文字">
  <a:themeElements>
    <a:clrScheme name="Deloitte new">
      <a:dk1>
        <a:srgbClr val="000000"/>
      </a:dk1>
      <a:lt1>
        <a:srgbClr val="FFFFFF"/>
      </a:lt1>
      <a:dk2>
        <a:srgbClr val="002776"/>
      </a:dk2>
      <a:lt2>
        <a:srgbClr val="FFFFFF"/>
      </a:lt2>
      <a:accent1>
        <a:srgbClr val="00A1DE"/>
      </a:accent1>
      <a:accent2>
        <a:srgbClr val="92D400"/>
      </a:accent2>
      <a:accent3>
        <a:srgbClr val="72C7E7"/>
      </a:accent3>
      <a:accent4>
        <a:srgbClr val="3C8A2E"/>
      </a:accent4>
      <a:accent5>
        <a:srgbClr val="002776"/>
      </a:accent5>
      <a:accent6>
        <a:srgbClr val="C9DD03"/>
      </a:accent6>
      <a:hlink>
        <a:srgbClr val="00A1DE"/>
      </a:hlink>
      <a:folHlink>
        <a:srgbClr val="72C7E7"/>
      </a:folHlink>
    </a:clrScheme>
    <a:fontScheme name="Deloitte">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3175">
          <a:solidFill>
            <a:schemeClr val="accent1"/>
          </a:solidFill>
        </a:ln>
      </a:spPr>
      <a:bodyPr rtlCol="0" anchor="ctr"/>
      <a:lstStyle>
        <a:defPPr algn="ctr">
          <a:defRPr sz="1200" dirty="0">
            <a:solidFill>
              <a:srgbClr val="000000"/>
            </a:solidFill>
            <a:latin typeface="微软雅黑" panose="020B0503020204020204" charset="-122"/>
            <a:ea typeface="微软雅黑" panose="020B0503020204020204" charset="-122"/>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spcAft>
            <a:spcPts val="300"/>
          </a:spcAft>
          <a:defRPr dirty="0" smtClean="0">
            <a:solidFill>
              <a:schemeClr val="tx2"/>
            </a:solidFill>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华中科技大学-文字">
  <a:themeElements>
    <a:clrScheme name="Deloitte new">
      <a:dk1>
        <a:srgbClr val="000000"/>
      </a:dk1>
      <a:lt1>
        <a:srgbClr val="FFFFFF"/>
      </a:lt1>
      <a:dk2>
        <a:srgbClr val="002776"/>
      </a:dk2>
      <a:lt2>
        <a:srgbClr val="FFFFFF"/>
      </a:lt2>
      <a:accent1>
        <a:srgbClr val="00A1DE"/>
      </a:accent1>
      <a:accent2>
        <a:srgbClr val="92D400"/>
      </a:accent2>
      <a:accent3>
        <a:srgbClr val="72C7E7"/>
      </a:accent3>
      <a:accent4>
        <a:srgbClr val="3C8A2E"/>
      </a:accent4>
      <a:accent5>
        <a:srgbClr val="002776"/>
      </a:accent5>
      <a:accent6>
        <a:srgbClr val="C9DD03"/>
      </a:accent6>
      <a:hlink>
        <a:srgbClr val="00A1DE"/>
      </a:hlink>
      <a:folHlink>
        <a:srgbClr val="72C7E7"/>
      </a:folHlink>
    </a:clrScheme>
    <a:fontScheme name="Deloitte">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3175">
          <a:solidFill>
            <a:schemeClr val="accent1"/>
          </a:solidFill>
        </a:ln>
      </a:spPr>
      <a:bodyPr rtlCol="0" anchor="ctr"/>
      <a:lstStyle>
        <a:defPPr algn="ctr">
          <a:defRPr sz="1200" dirty="0">
            <a:solidFill>
              <a:srgbClr val="000000"/>
            </a:solidFill>
            <a:latin typeface="微软雅黑" panose="020B0503020204020204" charset="-122"/>
            <a:ea typeface="微软雅黑" panose="020B0503020204020204" charset="-122"/>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spcAft>
            <a:spcPts val="300"/>
          </a:spcAft>
          <a:defRPr dirty="0" smtClean="0">
            <a:solidFill>
              <a:schemeClr val="tx2"/>
            </a:solidFill>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9845</Words>
  <Application>WPS 演示</Application>
  <PresentationFormat>宽屏</PresentationFormat>
  <Paragraphs>292</Paragraphs>
  <Slides>13</Slides>
  <Notes>4</Notes>
  <HiddenSlides>0</HiddenSlides>
  <MMClips>0</MMClips>
  <ScaleCrop>false</ScaleCrop>
  <HeadingPairs>
    <vt:vector size="8" baseType="variant">
      <vt:variant>
        <vt:lpstr>已用的字体</vt:lpstr>
      </vt:variant>
      <vt:variant>
        <vt:i4>10</vt:i4>
      </vt:variant>
      <vt:variant>
        <vt:lpstr>主题</vt:lpstr>
      </vt:variant>
      <vt:variant>
        <vt:i4>2</vt:i4>
      </vt:variant>
      <vt:variant>
        <vt:lpstr>嵌入 OLE 服务器</vt:lpstr>
      </vt:variant>
      <vt:variant>
        <vt:i4>1</vt:i4>
      </vt:variant>
      <vt:variant>
        <vt:lpstr>幻灯片标题</vt:lpstr>
      </vt:variant>
      <vt:variant>
        <vt:i4>13</vt:i4>
      </vt:variant>
    </vt:vector>
  </HeadingPairs>
  <TitlesOfParts>
    <vt:vector size="26" baseType="lpstr">
      <vt:lpstr>Arial</vt:lpstr>
      <vt:lpstr>宋体</vt:lpstr>
      <vt:lpstr>Wingdings</vt:lpstr>
      <vt:lpstr>微软雅黑</vt:lpstr>
      <vt:lpstr>等线</vt:lpstr>
      <vt:lpstr>微软雅黑 Light</vt:lpstr>
      <vt:lpstr>Century Gothic</vt:lpstr>
      <vt:lpstr>Times New Roman</vt:lpstr>
      <vt:lpstr>Arial Unicode MS</vt:lpstr>
      <vt:lpstr>Calibri</vt:lpstr>
      <vt:lpstr>华中科技大学-文字</vt:lpstr>
      <vt:lpstr>1_华中科技大学-文字</vt:lpstr>
      <vt:lpstr>TCLayout.ActiveDocument.1</vt:lpstr>
      <vt:lpstr>AI与通信融合研究进展调研</vt:lpstr>
      <vt:lpstr>研究背景</vt:lpstr>
      <vt:lpstr>AI方法及作用</vt:lpstr>
      <vt:lpstr>研究方向</vt:lpstr>
      <vt:lpstr>方向一：AI改进通信测试与数据采集</vt:lpstr>
      <vt:lpstr>方向二：AI分析通信测试结果与业务体验</vt:lpstr>
      <vt:lpstr>方向二：AI分析通信测试结果与业务体验</vt:lpstr>
      <vt:lpstr>方向三：测试结果驱动网络优化</vt:lpstr>
      <vt:lpstr>方向三：测试结果驱动网络优化</vt:lpstr>
      <vt:lpstr>方向四 | 空间无线环境建模：从稀疏测量到跨场景复用</vt:lpstr>
      <vt:lpstr>方向四 | 卫星场景中的智能通信与鲁棒定位</vt:lpstr>
      <vt:lpstr>方向四 | 网络数字孪生：自动建模与动作预评估</vt:lpstr>
      <vt:lpstr>调研总结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AI与通信融合研究进展调研</dc:title>
  <dc:creator/>
  <cp:lastModifiedBy>Troye</cp:lastModifiedBy>
  <cp:revision>3</cp:revision>
  <dcterms:created xsi:type="dcterms:W3CDTF">2026-09-17T14:35:00Z</dcterms:created>
  <dcterms:modified xsi:type="dcterms:W3CDTF">2026-09-18T03:28:19Z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2052-12.1.0.28505</vt:lpwstr>
  </property>
  <property fmtid="{D5CDD505-2E9C-101B-9397-08002B2CF9AE}" pid="3" name="ICV">
    <vt:lpwstr>4144F9DC418F4D63A68E509C917DDCC2_13</vt:lpwstr>
  </property>
</Properties>
</file>