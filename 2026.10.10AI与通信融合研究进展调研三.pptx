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这次调研分为两个方向。第一个方向看苹果怎样通过 AI 改善通信体验，包括吞吐量预测、业务流与承载映射，以及无线测量预测。这里主要讲模型结果怎样进入实际通信流程，最终影响什么通信表现。第二个方向进一步研究，这些 AI 功能应该怎样测试和验证。四篇材料分别覆盖模型状态管理、测试判据、自动化执行和无线环境构建。前两篇和最后一篇直接围绕终端波束预测展开，OAIC-T 则提供网络侧测试平台的架构参考。两个方向联系起来看就是先明确 AI 功能改变了什么，再确定需要测量什么、取得什么参考，以及怎样判断这些变化是否可靠。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首先来看方向一。第一篇关注的是：播放器怎样判断当前网络能够支持多高的视频码率。播放刚启动时，终端还没有积累足够的下载记录；切换网络后，原来的吞吐量估计也可能不再适用。因此，苹果将历史模型给出的预测与当前观测得到的即时估计结合起来。历史经验在观测不足时提供参考，随着下载数据积累，即时估计逐步反映当前网络的实际表现，两者融合后，再由播放器选择下一段视频的码率。关键在于能否根据两路估计的可靠程度合理调整权重。验证时，除了检查吞吐量估计误差，还需要观察持续高估是否会增加卡顿、低估是否会导致选择较低画质的视频版本，从实际播放结果来判断方案的价值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第二篇进入通信协议栈，研究不同业务应该映射到哪个无线承载。模型结合业务要求和承载状态作选择，再利用实际 QoS 反馈改进策略。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里要理解，承载映射改变的是数据的传输组织方式，效果还需要调度和无线资源配合。因此，验证应先确认映射正确可执行，再检查各类业务是否真正达标。还要观察业务新增、承载释放和输入缺失时能否及时调整，避免只看到奖励提高，却忽略实际业务退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第三篇研究无线测量预测怎样参与切换。它既包括预测未来状态，也包括利用邻近波束补充另一波束的信息，网络再配置这些预测如何用于条件判断。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预测准确性和切换效果需要分别观察，再建立关联。误差如果出现在门限附近，可能改变触发时机；即使预测准确，接入过程仍可能失败。因此，测试要对齐预测对象和目标时间，跟踪后续切换结果，并检查失准后能否恢复有效测量，在可靠性收益与测量开销之间作评价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这一篇关注模型部署后的可靠使用。它把评价分成几个层次：先看当前环境和输入是否适合模型，再检查输出有没有异常，最后取得对应实测结果，判断预测准确性。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样做可以帮助区分错误来源。例如，环境已经超出模型适用范围时，需要先处理适用性问题；如果条件正常，但预测与实测持续不一致，则需要进一步关注模型性能。测试结论应说明模型在什么条件下有效，以及问题出现在哪一个环节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启用与验证分开管理也便于测试候选模型。候选可以先产生评估结果，积累依据，再决定怎样使用。实施时还要关注回退是否有效，以及补充测量的频率和成本。最终需要形成能够追溯到模型版本和运行条件的验证记录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/>
              <a:t>这一篇主要回答波束预测怎样才算合格。模型可能既输出波束身份，又输出功率，因此评价要与实际使用的信息对应。</a:t>
            </a:r>
            <a:endParaRPr lang="zh-CN" altLang="en-US"/>
          </a:p>
          <a:p>
            <a:r>
              <a:rPr lang="zh-CN" altLang="en-US"/>
              <a:t>例如，模型选出了正确波束，但对功率明显高估。如果只看波束命中率，这个问题就可能被遗漏。后续功能如果还会使用功率预测，就需要把它纳入验证。</a:t>
            </a:r>
            <a:endParaRPr lang="zh-CN" altLang="en-US"/>
          </a:p>
          <a:p>
            <a:r>
              <a:rPr lang="zh-CN" altLang="en-US"/>
              <a:t>专利通过二维容差框联合检查这两个结果，并允许按候选优先级配置条件。测试报告既要给出联合结论，也要保留身份和功率各自的误差。这样，失败时才能解释究竟是哪一项不满足要求。</a:t>
            </a:r>
            <a:endParaRPr lang="zh-CN" altLang="en-US"/>
          </a:p>
          <a:p>
            <a:r>
              <a:rPr lang="zh-CN" altLang="en-US"/>
              <a:t>实施时还需要统一参考和复测条件。特别是编号是否对应相近方向，要由码本决定；预测与测量也需要配对，避免将无线变化造成的差异全部归因于模型。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前两篇说明验证什么，OAIC-T 进一步帮助我们理解怎样组织测试。它主要面向网络侧控制应用，所以这里借鉴的是平台设计。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测试需要保存的不只是最终指标，还包括环境配置和执行步骤。例如，某个请求组合触发了异常，只有保留对应条件，之后才能重复验证。服务器统一安排任务，Actor 完成具体交互，脚本和日志将过程记录下来。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迁移到终端时，可以把读取测量、获取模型输出、取得参考和计算误差写成动作，再逐步开发终端及仪表接口。第一步可以先保证测试可重复、结果可追溯，再加入更主动的场景搜索。代码已经公开，但具体能力仍要结合版本核查，不能将论文讨论的所有方法都视为完整实现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最后一篇关注测试环境本身。模型在实验室表现下降时，需要判断是模型问题，还是测试装置没有准确呈现规定的无线条件。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论文针对快速波束扫描，提前选择固定探头，由信道模拟器处理不同波束对应的环境。它先检查逐波束的重建质量，再使用实测数据验证模型，因此能够分别观察环境和预测表现。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方法 A 支持更广的波束配置，方法 B 则围绕已知输入和目标构建环境。实验中，同一个模型在两种环境下得到不同准确率，方法 B 更接近仿真基准。这提醒我们，模型对照必须保持参考条件一致，避免把环境差异误认为模型变化。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这篇已有真实 OTA 依据，后续仍需接入终端接口和判定流程，才能形成完整的验收系统。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以上是全部汇报内容，感谢批评指正，谢谢！</a:t>
            </a:r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74" name="文本占位符 73"/>
          <p:cNvSpPr/>
          <p:nvPr>
            <p:ph type="body" sz="quarter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/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/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 panose="020B0502020202020204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25" name="文本占位符 78"/>
          <p:cNvSpPr/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/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/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/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/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/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/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/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/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/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/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/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panose="05000000000000000000" pitchFamily="2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0" name="矩形 9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cxnSp>
        <p:nvCxnSpPr>
          <p:cNvPr id="11" name="直接连接符 23"/>
          <p:cNvCxnSpPr>
            <a:stCxn id="7" idx="2"/>
            <a:endCxn id="8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125" y="4941168"/>
            <a:ext cx="1851750" cy="1409075"/>
          </a:xfrm>
          <a:prstGeom prst="rect">
            <a:avLst/>
          </a:prstGeom>
        </p:spPr>
      </p:pic>
      <p:sp>
        <p:nvSpPr>
          <p:cNvPr id="13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微软雅黑" charset="-122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1556795"/>
            <a:ext cx="11809312" cy="2808310"/>
          </a:xfrm>
          <a:prstGeom prst="rect">
            <a:avLst/>
          </a:prstGeom>
          <a:solidFill>
            <a:srgbClr val="005B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7" name="标题 75"/>
          <p:cNvSpPr/>
          <p:nvPr>
            <p:ph type="title" hasCustomPrompt="1"/>
          </p:nvPr>
        </p:nvSpPr>
        <p:spPr>
          <a:xfrm>
            <a:off x="1524000" y="2492895"/>
            <a:ext cx="9144000" cy="958227"/>
          </a:xfrm>
        </p:spPr>
        <p:txBody>
          <a:bodyPr/>
          <a:lstStyle>
            <a:lvl1pPr algn="ctr">
              <a:defRPr sz="4400" b="1">
                <a:solidFill>
                  <a:schemeClr val="bg1"/>
                </a:solidFill>
                <a:latin typeface="微软雅黑 Light" pitchFamily="34" charset="-122"/>
                <a:ea typeface="微软雅黑 Light" pitchFamily="34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3600" dirty="0">
                <a:latin typeface="微软雅黑" charset="-122"/>
                <a:ea typeface="微软雅黑" charset="-122"/>
                <a:sym typeface="+mn-ea"/>
              </a:rPr>
              <a:t>与通信融合研究进展调研</a:t>
            </a:r>
            <a:r>
              <a:rPr lang="zh-CN" altLang="en-US" sz="3600" dirty="0">
                <a:solidFill>
                  <a:schemeClr val="bg1"/>
                </a:solidFill>
                <a:latin typeface="微软雅黑" charset="0"/>
                <a:ea typeface="微软雅黑" charset="0"/>
                <a:sym typeface="+mn-ea"/>
              </a:rPr>
              <a:t>三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1048593" name="文本占位符 6"/>
          <p:cNvSpPr/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panose="02020603050405020304" charset="0"/>
                <a:ea typeface="宋体" panose="02010600030101010101" pitchFamily="2" charset="-122"/>
              </a:rPr>
              <a:t>汇报人：朱甜甜</a:t>
            </a:r>
            <a:endParaRPr lang="zh-CN" altLang="en-US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1048594" name="文本占位符 2"/>
          <p:cNvSpPr/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panose="020B0604020202020204" pitchFamily="34" charset="0"/>
              <a:defRPr lang="en-US" sz="1800" b="1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panose="020B0604020202020204" pitchFamily="34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2026.</a:t>
            </a:r>
            <a:r>
              <a:rPr lang="en-US"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1</a:t>
            </a:r>
            <a:r>
              <a:rPr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0.10</a:t>
            </a:r>
            <a:endParaRPr lang="en-US" altLang="zh-CN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研究方向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869" y="1072572"/>
            <a:ext cx="11734165" cy="538294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本次调研围绕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如何改善通信体验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两个方向展开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方向一：苹果通过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关注苹果如何利用终端观测、历史数据和学习模型，将预测或决策结果接入实际通信功能。重点梳理模型输入、模型输出、执行位置及影响体验的作用路径。本次选取三类代表方案：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视频码率选择：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预测可用吞吐量，与即时测量融合，辅助播放器选择视频分片。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根据业务服务质量要求与运行状态，利用强化学习选择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移动性管理：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预测小区或波束测量，将预测结果用于切换准备与条件判断，并通过实测监测可靠性。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研究重点：区分预测准确性、决策合理性和实际体验改善。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9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围绕波束预测等无线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功能，调研了部署后的验证机制、联合测试判据、自动化测试框架，以及可信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环境的构建方法。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本次选取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四份研究方案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苹果专利：检查模型适用条件、输出异常和预测准确性，管理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模型启用与验证状态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联合检查波束身份与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，设计可配置的容差判据。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论文：通过脚本、服务器和执行节点组织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网络侧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自动化测试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，为终端测试平台提供架构参考。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论文：在多探头暗室中重建多波束信道，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先验证环境，再评估终端侧预测功能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研究联系：方向一明确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如何影响通信行为，方向二围绕这些行为建立可重复、可追溯的验证方法。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515719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终端吞吐量预测：融合历史经验与即时观测，辅助视频码率选择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媒体通常将同一内容提供为多个码率版本，播放器逐段决定下载哪个版本。选择过高可能使下载跟不上播放，选择过低则可能损失画质。播放刚启动或网络刚切换时，终端尚未积累足够的当前网络观测，难以可靠地估计可用吞吐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苹果提出在终端建立历史吞吐量模型，与即时估计融合，再将结果用于视频分片选择。历史经验补充观测不足，即时测量帮助修正当前判断。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输入包括历史吞吐量、网络类型与标识、时间或位置等上下文，以及当前接收速率或缓冲状态。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模型根据当前网络环境生成吞吐量预测，传统估计方法根据当前接收速率或缓冲区状态形成即时估计。终端控制器根据两路结果的可靠程度进行融合，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得到最终吞吐量估计，再提供给播放器，用于选择下一段视频的码率版本。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积累历史播放数据，建立环境与吞吐量的关系。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终端记录历史吞吐量及网络类型、网络标识、时间、位置等上下文，建立机器学习模型。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专利中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列举了随机森林、梯度提升树和神经网络，允许在终端本地完成数据采集与模型构建。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运行时并行形成两种吞吐量估计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模型依据当前环境生成预测，传统估计利用本次播放的接收速率或缓冲状态提供观测依据。两者的作用不同：模型可以较早提供参考，当前观测则逐步反映本次网络的实际表现。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根据可靠程度调整融合权重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专利考虑即时估计是否稳定，以及当前环境与历史环境是否匹配。播放启动时观测不足，历史模型可以发挥较大作用；实际观测积累后，再调整两者的影响。网络切换时需要重新评估，避免沿用旧网络判断。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将融合结果交给播放器，持续选择分片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播放器依据最终吞吐量估计，从已有内容版本中选择下一段视频。估计过程可随播放推进重复运行。模型负责提供网络能力判断，播放器负责执行内容选择。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实现流程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，但未提供可复现代码及定量对照实验。评价时应关联记录预测、融合结果、选定码率和播放状态，重点观察网络突降时的持续高估，以及首帧等待、卡顿时长和视频质量。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平均预测误差较小，仍需由播放结果确认收益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5036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无线承载映射：根据业务要求与运行状态选择传输承载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实时通话、视频和后台传输对时延、吞吐量及可靠性的要求不同。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5G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流表达服务质量要求，再将数据映射到无线承载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。多个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流可以共用一个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，也可以使用不同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，由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SDAP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协议执行映射。现有标准支持配置和更新映射规则。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苹果提出引入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辅助选择，其中给出深度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学习方案，利用运行反馈学习业务流与承载的对应关系。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输入包括当前映射、业务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要求、承载历史测量和信道信息。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决策输出是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流与可用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的对应关系，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用于标识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用业务需求和承载状态描述决策条件。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状态包含当前映射、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要求、承载历史测量及信道信息。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标识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是可选择的无线承载。模型需要同时了解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业务要求怎样的服务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当前有哪些承载可用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DQN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评估候选连接，形成映射方案。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深度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网络评估将业务流连接到不同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的动作，原文给出逐步建立映射的示例。执行后，将吞吐量、时延等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测量转化为奖励，通过交互改进选择。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奖励用于引导学习，实际业务要求仍需单独检查。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状态变化后重新推理，并处理输入不足。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变化、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流或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建立与释放可触发决策。缺少近期特征时，终端可向网络请求信息。这使系统能够响应新的业务组合，同时要求正确处理过期输入和失效承载。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终端与网络共同完成模型使用和管理。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专利讨论终端训练、网络训练后下发及共同训练等路径。终端执行映射推理，网络参与模型启用和监测；模型不可用或条件不满足时，可采用固定映射。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部署位置与反馈闭环：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公开文本给出模型交互和映射流程，但未提供可复现代码及定量对照实验。建议保持其他协议和调度参数一致，比较配置规则与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映射，检查映射合法性、各业务达标比例、决策耗时和重映射开销，并加入新业务、承载释放及输入缺失场景。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45536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预测辅助移动性管理：连接无线状态预测、切换条件与实测监测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终端移动时，无线状态可能在测量、上报、判断和执行之间发生变化。依据已有观测作出的选择，到实际切换时可能已经不再合适。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苹果提出利用测量预测辅助移动性管理，并通过实际观测检查模型可靠性。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已有小区或波束测量为模型提供依据，涉及物理层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测量及经处理的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时间预测估计后续时刻，空间预测利用邻近波束信息推断另一波束的测量。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两类预测需要不同的实测对应关系。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区分时间预测与空间预测。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时间预测利用已有测量估计后续时刻，空间预测利用邻近波束信息推断另一波束的测量，涉及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测量。前者关注变化趋势，后者补充对象信息，测试时需要分别建立对应实测。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将预测接入切换准备和条件判断。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条件切换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CHO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由网络配置候选小区及执行条件，终端在条件满足后执行。专利进一步提出允许可靠预测参与判断，也可要求预测与实测共同满足条件。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预测如何影响切换，取决于网络配置的采纳规则。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用对应实测监测预测误差。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专利提出以均方误差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等指标检查预测，并将监测结果用于模型管理。验证必须对齐小区或波束，以及预测对应的时间。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描述误差，不能直接解释为预测正确的概率。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失准后停止或切换模型，恢复实际测量。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监测结果可触发模型停用或切换，并回到实际测量方式。需要检查停止预测后能否及时获得有效观测，使正常移动性处理继续运行。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公开文本未提供可复现代码及定量对照实验。建议在相同移动轨迹下比较实际测量与预测辅助方案，关联记录预测生成时间、目标时间、实测值、触发和执行结果，重点检查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门限附近误判、切换失败、业务中断、往返切换及测量开销。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苹果部署后验证：检查模型适用性与预测表现，动态管理使用状态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终端可以利用部分波束测量预测更多候选波束的信息，减少测量和参考信号开销。但模型进入不同无线环境，或者接收的测量与训练条件存在差异时，原先的性能结论可能不再适用。苹果提出在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侧持续检查模型的适用条件、输出分布和预测准确性，并将评价结果用于模型管理。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方案将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当前条件是否适合模型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模型预测是否准确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分开判断，同时分别记录启用状态和验证状态。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启用模型的结果参与通信，未启用模型也可以生成供评估的预测，为后续使用积累依据。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输入包括波束对测量、运行条件、模型配置和预测结果。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波束对，验证模块输出性能评分和有效性状态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据此管理模型使用，并向服务器反馈。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检查环境与输入是否符合模型适用范围。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检查信噪比、多普勒、时延扩展等运行条件，以及输入数据是否符合模型预期。对于不适用或异常输入，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可以暂不进行推理和有效性判断。这样，测试能够保留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当前样本不适合评价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的情况，避免将输入问题直接归为模型失效。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检查预测输出是否具有异常特征。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模型产生预测后，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检查输出分布是否符合正常特征，原文列举单类支持向量机等异常检测工具。输出异常时，可以暂不进入准确性评价。这一步提供异常筛查，后续仍需要实测结果确认预测表现。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取得对应实测结果，形成模型有效性评价。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上报预测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波束对，基站发送相应信号，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再进行测量。验证模块比较同一波束对的预测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，并对有效性指标进行平滑，形成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KPI-1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，使评价建立在可对应的预测和观测上。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管理状态，并将验证结果反馈给服务器。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未启用模型可以接受评估，模型失效时，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可退回依据实测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选择波束。性能评分和模型标识上报服务器，为更新或重新训练提供依据。测试记录需要关联模型版本、运行条件和状态变化，才能追溯一次评分对应的实际配置。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公开文本给出流程和可选评价工具，未提供可复现代码及定量实验。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终端测试应分别记录输入适用性、输出异常和预测误差，并检查失效后的回退结果。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监控周期、判定门限和补充测量范围需要结合实验目标设计。持续验证也会增加测量开销，应同时观察其对通信过程的影响。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苹果联合测试判据：同时检查波束身份与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波束预测可能同时提供候选波束身份和对应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但这两个结果反映不同能力。模型选中了正确波束，仍可能明显高估或低估它的功率；功率数值接近参考，也需要确认对应波束是否正确。如果只使用单项指标，测试结论可能遗漏另一类误差。苹果提出将波束身份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放在两个维度上，设置可配置的容差范围，形成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二维容差框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。测试时将预测与参考配对，检查两者是否满足联合要求，并允许针对不同候选设置不同条件。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输入包括部分波束的测量与身份、模型预测结果、参考测量及容差参数。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模型输出候选波束身份和预测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，测试模块输出匹配及通过结果。联合结论用于判定，两项误差仍应分别保存，以便解释失败原因。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建立包含波束身份和功率的测量参考。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通过参考测量识别较强波束，保存其身份及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，再从模型输出中选取较强候选进行比较。测试需要明确参考范围、接收配置和数据对应关系，使身份评价与功率评价使用一致的依据。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设置两个维度的容差，联合检查预测与参考。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分别规定允许的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偏差和波束身份偏差，形成容差框。配对后的预测和参考落入同一框时，可以按相应规则通过。这样，测试能够同时约束身份与功率，减少单项指标带来的遗漏。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根据候选优先级配置判定条件。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原文允许为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波束设置多个容差框，最佳波束采用较严条件，后续候选可以放宽。具体比较哪些配对、采用多大的容差，需要写入测试配置，使不同模型版本接受相同规则。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通过复测处理短时间内的功率变化。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部分实施例允许两次检查中波束身份均达标，而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至少一次达标，为短时波动提供容忍方式。复测条件应提前确定，并保存每次测量结果，避免仅保留最终通过结论而丢失变化过程。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专利给出判据和示意案例，未提供定量对照实验或通用门限。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应用重点是明确参考、配对、容差和复测规则，并保留两个维度的结果。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波束身份容差需要结合码本含义，不能直接把编号差解释为方向角差。专利提出的判据与具体标准要求仍需分别核对。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38128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OAIC-T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：用脚本、服务器和执行节点组织通信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的表现取决于输入和运行条件，少量固定测试难以充分观察其行为。同时，不同场景需要配置环境、产生请求、记录响应和整理结果，人工执行容易造成条件不一致，也不便复现失败。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将这些工作组织为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测试配置与脚本、服务器、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执行节点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。服务器协调任务，执行节点与被测系统交互，再保存过程和结果。其主要对象是网络侧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O-RAN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控制应用，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或模拟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可以承担业务和测试信号产生。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输入包括环境配置、测试脚本、动作参数和测试数据，输出包括执行结果、响应日志及性能报告。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对终端测试的价值主要在任务组织和自动化机制，终端模型及仪表接口需要另外适配。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用配置文件和脚本固定测试条件与步骤。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配置描述节点和环境，脚本描述动作顺序及参数。将测试过程保存下来，便于在相同条件下重新执行，也使模型或控制程序更新后的对照具有一致基础。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由服务器协调任务，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完成具体交互。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服务器检查脚本、分配动作并监控状态，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通过适配器与被测系统交互。任务组织与系统接口分开后，可以保留执行框架，逐步替换或增加被测对象。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探索容易触发异常的输入组合。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论文讨论敏感性分析、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模糊测试和强化学习等方法，帮助探索较大的输入空间。项目官方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v2.0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公告明确列出，使用遗传算法生成不同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流量，测试流量平衡方法。论文提出的研究范围与各版本已实现能力需要分别核查。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保存过程与结果，支持失败复现和回归测试。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记录配置、动作及系统响应，并汇总吞吐量、时延或丢包等性能指标。发现异常后，可以定位到对应条件；修正模型或程序后，再运行相同测试，观察问题是否仍然存在。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项目已有公开代码和运行文档，可从文档给出的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ZeroMQ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虚拟无线模式开始复现。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迁移到终端时，可以将读取测量、获取预测、取得参考和计算误差写成测试动作，再由脚本统一组织。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实际工作仍需补齐终端与仪表适配器，以及对应判据。基础自动化与主动场景搜索可以分阶段建设。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48982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4.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测试：构建可信的多波束环境，支撑预测评估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空间域波束预测利用部分波束测量，推断更多候选波束的信息。要评估这一功能，测试系统既需要准确呈现模型输入涉及的波束，也需要提供可信的目标参考。如果环境重建误差较大，模型表现下降时就难以定位原因。论文提出，在多探头暗室中提前选择一套固定探头配置，由信道模拟器处理不同波束对应的信道和权重，支持快速波束扫描所需的环境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先检查信道重建质量，再评估预测结果，使环境误差与模型表现分别可观察。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环境构建输入包括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CDL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信道、基站波束配置和探头资源，输出为所选探头及权重。本文模型接收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8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个测量波束的排序信息，生成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32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维预测输出，最终评价最佳基站发射波束编号是否正确。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生成考虑基站波束作用的目标信道。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不同发射波束对传播路径施加不同增益，终端看到的功率分布随之变化。作者将波束增益加入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CDL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路径，并保留主导簇降低复杂度；测试前旋转目标信道分布，提高探头面板对重要路径的覆盖。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根据输入集合是否已知，确定重建范围。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支持全部候选波束，适合输入集合未知的情况。方法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针对已知输入集合及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参考目标构建环境，可以缩小重建范围、减少探头需求。两者体现测试配置灵活性与实现资源之间的取舍。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逐波束检查环境，并优先改善薄弱情况。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比较目标与重建功率角谱，保留各波束的重建质量。算法针对最低相似度的情况补充探头、优化权重，直到达到门限。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评价环境重建，模型准确率评价预测，两项结果需要分别报告。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通过真实装置和实测数据验证方法。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CDL-A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实验采用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1.5 m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测量距离，方法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分别使用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8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7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个探头。作者扫描实测功率角谱检查环境，再形成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1000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个模型验证样本。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Top-1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预测准确率为：仿真基准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97.7%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73.1%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93.5%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更接近基准，说明测试环境会影响同一模型的评估结果。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论文包含算法、真实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装置和实测验证，可支撑实验室测试方法研究，但未交代可复现的商用手机集成接口。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比较不同模型版本前，应先检查参考条件和环境误差是否一致。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完整验收还需要接入终端测量与预测结果，配置用例和合格门限；环境改进带来的评估变化，也不能直接解释为模型算法提升。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>
          <a:xfrm>
            <a:off x="5055235" y="2493010"/>
            <a:ext cx="2254250" cy="615315"/>
          </a:xfrm>
        </p:spPr>
        <p:txBody>
          <a:bodyPr>
            <a:noAutofit/>
          </a:bodyPr>
          <a:lstStyle/>
          <a:p>
            <a:r>
              <a:rPr lang="zh-CN" altLang="en-US" sz="5400" dirty="0">
                <a:latin typeface="微软雅黑" charset="-122"/>
                <a:ea typeface="微软雅黑" charset="-122"/>
              </a:rPr>
              <a:t>谢谢！</a:t>
            </a:r>
            <a:endParaRPr lang="zh-CN" altLang="en-US" sz="5400" dirty="0"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6821</Words>
  <Application>WPS Office WWO_wpscloud_20260324165504-6975d99af8</Application>
  <PresentationFormat>宽屏</PresentationFormat>
  <Paragraphs>125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Century Gothic</vt:lpstr>
      <vt:lpstr>微软雅黑</vt:lpstr>
      <vt:lpstr>等线</vt:lpstr>
      <vt:lpstr>汉仪旗黑KW 55S</vt:lpstr>
      <vt:lpstr>Times New Roman</vt:lpstr>
      <vt:lpstr>微软雅黑</vt:lpstr>
      <vt:lpstr>微软雅黑 Light</vt:lpstr>
      <vt:lpstr>黑体</vt:lpstr>
      <vt:lpstr>Office 主题</vt:lpstr>
      <vt:lpstr>AI与通信融合研究进展调研二</vt:lpstr>
      <vt:lpstr>方向一：动作安全校验——SafeSlice 的方法与控制流程</vt:lpstr>
      <vt:lpstr>方向一：通过 AI 优化通信体验</vt:lpstr>
      <vt:lpstr>方向一：动作安全校验——SafeSlice 的方法与控制流程</vt:lpstr>
      <vt:lpstr>方向一：通过 AI 优化通信体验</vt:lpstr>
      <vt:lpstr>方向一：通过 AI 优化通信体验</vt:lpstr>
      <vt:lpstr>方向二：通信 AI 算法的测试验收</vt:lpstr>
      <vt:lpstr>方向二：通信 AI 算法的测试验收</vt:lpstr>
      <vt:lpstr>方向二：通信 AI 算法的测试验收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AI与通信融合研究进展调研三</dc:title>
  <dc:creator>王辉(72025223)</dc:creator>
  <cp:lastModifiedBy>马忠良(72215133)</cp:lastModifiedBy>
  <dcterms:created xsi:type="dcterms:W3CDTF">2026-10-09T08:36:30Z</dcterms:created>
  <dcterms:modified xsi:type="dcterms:W3CDTF">2026-10-09T08:36:30Z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AB89DF995DB1049C2C37C86A86816B79_42</vt:lpwstr>
  </property>
  <property fmtid="{D5CDD505-2E9C-101B-9397-08002B2CF9AE}" pid="3" name="KSOProductBuildVer">
    <vt:lpwstr>2052-12.9.0.25403</vt:lpwstr>
  </property>
</Properties>
</file>